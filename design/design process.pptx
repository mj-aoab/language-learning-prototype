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Lst>
  <p:notesMasterIdLst>
    <p:notesMasterId r:id="rId18"/>
  </p:notesMasterIdLst>
  <p:sldIdLst>
    <p:sldId id="256" r:id="rId5"/>
    <p:sldId id="257" r:id="rId6"/>
    <p:sldId id="267" r:id="rId7"/>
    <p:sldId id="261" r:id="rId8"/>
    <p:sldId id="270" r:id="rId9"/>
    <p:sldId id="262" r:id="rId10"/>
    <p:sldId id="268" r:id="rId11"/>
    <p:sldId id="271" r:id="rId12"/>
    <p:sldId id="274" r:id="rId13"/>
    <p:sldId id="277" r:id="rId14"/>
    <p:sldId id="278" r:id="rId15"/>
    <p:sldId id="279" r:id="rId16"/>
    <p:sldId id="28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FF"/>
    <a:srgbClr val="CC9900"/>
    <a:srgbClr val="FF9900"/>
    <a:srgbClr val="6144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BAEBE2-461D-40B4-8ACC-8F62389A4303}" v="68" dt="2023-05-04T20:36:16.7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060" autoAdjust="0"/>
  </p:normalViewPr>
  <p:slideViewPr>
    <p:cSldViewPr snapToGrid="0">
      <p:cViewPr varScale="1">
        <p:scale>
          <a:sx n="75" d="100"/>
          <a:sy n="75" d="100"/>
        </p:scale>
        <p:origin x="946"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 James" userId="f666f108-8a0f-4162-87e7-039355b66eb3" providerId="ADAL" clId="{3324E350-E4FF-4B80-B963-5BE34EF80EDA}"/>
    <pc:docChg chg="undo custSel modSld">
      <pc:chgData name="Matthew James" userId="f666f108-8a0f-4162-87e7-039355b66eb3" providerId="ADAL" clId="{3324E350-E4FF-4B80-B963-5BE34EF80EDA}" dt="2023-03-04T15:46:24.927" v="225" actId="13822"/>
      <pc:docMkLst>
        <pc:docMk/>
      </pc:docMkLst>
      <pc:sldChg chg="addSp delSp modSp mod">
        <pc:chgData name="Matthew James" userId="f666f108-8a0f-4162-87e7-039355b66eb3" providerId="ADAL" clId="{3324E350-E4FF-4B80-B963-5BE34EF80EDA}" dt="2023-03-04T15:46:24.927" v="225" actId="13822"/>
        <pc:sldMkLst>
          <pc:docMk/>
          <pc:sldMk cId="247086847" sldId="263"/>
        </pc:sldMkLst>
        <pc:spChg chg="mod">
          <ac:chgData name="Matthew James" userId="f666f108-8a0f-4162-87e7-039355b66eb3" providerId="ADAL" clId="{3324E350-E4FF-4B80-B963-5BE34EF80EDA}" dt="2023-03-04T15:30:23.409" v="14" actId="14100"/>
          <ac:spMkLst>
            <pc:docMk/>
            <pc:sldMk cId="247086847" sldId="263"/>
            <ac:spMk id="2" creationId="{A2475AEC-7FB4-6469-3338-356BD3DBAAFA}"/>
          </ac:spMkLst>
        </pc:spChg>
        <pc:spChg chg="add mod">
          <ac:chgData name="Matthew James" userId="f666f108-8a0f-4162-87e7-039355b66eb3" providerId="ADAL" clId="{3324E350-E4FF-4B80-B963-5BE34EF80EDA}" dt="2023-03-04T15:43:16.273" v="199" actId="1076"/>
          <ac:spMkLst>
            <pc:docMk/>
            <pc:sldMk cId="247086847" sldId="263"/>
            <ac:spMk id="3" creationId="{E0CF396D-D3F6-E18E-C2AA-B0990881FA2B}"/>
          </ac:spMkLst>
        </pc:spChg>
        <pc:spChg chg="add mod">
          <ac:chgData name="Matthew James" userId="f666f108-8a0f-4162-87e7-039355b66eb3" providerId="ADAL" clId="{3324E350-E4FF-4B80-B963-5BE34EF80EDA}" dt="2023-03-04T15:46:14.615" v="222" actId="1076"/>
          <ac:spMkLst>
            <pc:docMk/>
            <pc:sldMk cId="247086847" sldId="263"/>
            <ac:spMk id="28" creationId="{41F67B8A-43A0-9463-3FDC-E533ED6EC9FA}"/>
          </ac:spMkLst>
        </pc:spChg>
        <pc:spChg chg="add mod">
          <ac:chgData name="Matthew James" userId="f666f108-8a0f-4162-87e7-039355b66eb3" providerId="ADAL" clId="{3324E350-E4FF-4B80-B963-5BE34EF80EDA}" dt="2023-03-04T15:46:17.958" v="223" actId="1076"/>
          <ac:spMkLst>
            <pc:docMk/>
            <pc:sldMk cId="247086847" sldId="263"/>
            <ac:spMk id="29" creationId="{FC0018C6-3424-6DF0-3D05-DD40D5EC9D54}"/>
          </ac:spMkLst>
        </pc:spChg>
        <pc:spChg chg="add mod">
          <ac:chgData name="Matthew James" userId="f666f108-8a0f-4162-87e7-039355b66eb3" providerId="ADAL" clId="{3324E350-E4FF-4B80-B963-5BE34EF80EDA}" dt="2023-03-04T15:43:28.515" v="202" actId="13822"/>
          <ac:spMkLst>
            <pc:docMk/>
            <pc:sldMk cId="247086847" sldId="263"/>
            <ac:spMk id="30" creationId="{C38E75E6-9165-EA70-C40A-5FD8F5F760EE}"/>
          </ac:spMkLst>
        </pc:spChg>
        <pc:spChg chg="add mod">
          <ac:chgData name="Matthew James" userId="f666f108-8a0f-4162-87e7-039355b66eb3" providerId="ADAL" clId="{3324E350-E4FF-4B80-B963-5BE34EF80EDA}" dt="2023-03-04T15:41:01.281" v="183" actId="207"/>
          <ac:spMkLst>
            <pc:docMk/>
            <pc:sldMk cId="247086847" sldId="263"/>
            <ac:spMk id="31" creationId="{39F3C527-4429-01CA-F6BB-226E4EAE31D6}"/>
          </ac:spMkLst>
        </pc:spChg>
        <pc:spChg chg="add mod">
          <ac:chgData name="Matthew James" userId="f666f108-8a0f-4162-87e7-039355b66eb3" providerId="ADAL" clId="{3324E350-E4FF-4B80-B963-5BE34EF80EDA}" dt="2023-03-04T15:46:24.927" v="225" actId="13822"/>
          <ac:spMkLst>
            <pc:docMk/>
            <pc:sldMk cId="247086847" sldId="263"/>
            <ac:spMk id="32" creationId="{1BF430C7-0C0C-DD4E-262B-38030C8AEDF3}"/>
          </ac:spMkLst>
        </pc:spChg>
        <pc:spChg chg="add mod">
          <ac:chgData name="Matthew James" userId="f666f108-8a0f-4162-87e7-039355b66eb3" providerId="ADAL" clId="{3324E350-E4FF-4B80-B963-5BE34EF80EDA}" dt="2023-03-04T15:43:41.959" v="205" actId="1076"/>
          <ac:spMkLst>
            <pc:docMk/>
            <pc:sldMk cId="247086847" sldId="263"/>
            <ac:spMk id="33" creationId="{7B5F0841-6692-128B-B035-C429B7BEBE7A}"/>
          </ac:spMkLst>
        </pc:spChg>
        <pc:spChg chg="add del mod">
          <ac:chgData name="Matthew James" userId="f666f108-8a0f-4162-87e7-039355b66eb3" providerId="ADAL" clId="{3324E350-E4FF-4B80-B963-5BE34EF80EDA}" dt="2023-03-04T15:38:37.012" v="144" actId="478"/>
          <ac:spMkLst>
            <pc:docMk/>
            <pc:sldMk cId="247086847" sldId="263"/>
            <ac:spMk id="34" creationId="{4C72D089-6972-4B06-BDF7-01C65D68A570}"/>
          </ac:spMkLst>
        </pc:spChg>
        <pc:spChg chg="add mod">
          <ac:chgData name="Matthew James" userId="f666f108-8a0f-4162-87e7-039355b66eb3" providerId="ADAL" clId="{3324E350-E4FF-4B80-B963-5BE34EF80EDA}" dt="2023-03-04T15:41:01.281" v="183" actId="207"/>
          <ac:spMkLst>
            <pc:docMk/>
            <pc:sldMk cId="247086847" sldId="263"/>
            <ac:spMk id="35" creationId="{7A0B77FA-D4A6-8608-ED5D-62D674D6342F}"/>
          </ac:spMkLst>
        </pc:spChg>
        <pc:spChg chg="add mod">
          <ac:chgData name="Matthew James" userId="f666f108-8a0f-4162-87e7-039355b66eb3" providerId="ADAL" clId="{3324E350-E4FF-4B80-B963-5BE34EF80EDA}" dt="2023-03-04T15:45:40.023" v="216" actId="1076"/>
          <ac:spMkLst>
            <pc:docMk/>
            <pc:sldMk cId="247086847" sldId="263"/>
            <ac:spMk id="36" creationId="{E472D61E-469C-7F9D-D44E-40F3800788E1}"/>
          </ac:spMkLst>
        </pc:spChg>
        <pc:spChg chg="add mod">
          <ac:chgData name="Matthew James" userId="f666f108-8a0f-4162-87e7-039355b66eb3" providerId="ADAL" clId="{3324E350-E4FF-4B80-B963-5BE34EF80EDA}" dt="2023-03-04T15:43:51.023" v="207" actId="14100"/>
          <ac:spMkLst>
            <pc:docMk/>
            <pc:sldMk cId="247086847" sldId="263"/>
            <ac:spMk id="37" creationId="{9161CAFF-B21E-BD0A-CC73-874727255FC8}"/>
          </ac:spMkLst>
        </pc:spChg>
        <pc:grpChg chg="mod">
          <ac:chgData name="Matthew James" userId="f666f108-8a0f-4162-87e7-039355b66eb3" providerId="ADAL" clId="{3324E350-E4FF-4B80-B963-5BE34EF80EDA}" dt="2023-03-04T15:46:06.859" v="220" actId="14100"/>
          <ac:grpSpMkLst>
            <pc:docMk/>
            <pc:sldMk cId="247086847" sldId="263"/>
            <ac:grpSpMk id="4" creationId="{E9D83371-2268-F9C4-AF1A-47190691B13B}"/>
          </ac:grpSpMkLst>
        </pc:grpChg>
        <pc:picChg chg="mod">
          <ac:chgData name="Matthew James" userId="f666f108-8a0f-4162-87e7-039355b66eb3" providerId="ADAL" clId="{3324E350-E4FF-4B80-B963-5BE34EF80EDA}" dt="2023-03-04T15:29:54.955" v="0" actId="1076"/>
          <ac:picMkLst>
            <pc:docMk/>
            <pc:sldMk cId="247086847" sldId="263"/>
            <ac:picMk id="1026" creationId="{FA81A063-7A03-6069-2AB3-EBD2FA819A3F}"/>
          </ac:picMkLst>
        </pc:picChg>
        <pc:cxnChg chg="add mod">
          <ac:chgData name="Matthew James" userId="f666f108-8a0f-4162-87e7-039355b66eb3" providerId="ADAL" clId="{3324E350-E4FF-4B80-B963-5BE34EF80EDA}" dt="2023-03-04T15:46:10.868" v="221" actId="14100"/>
          <ac:cxnSpMkLst>
            <pc:docMk/>
            <pc:sldMk cId="247086847" sldId="263"/>
            <ac:cxnSpMk id="39" creationId="{F2EA01C1-1AD1-F9A2-A4B3-7B59CC69E436}"/>
          </ac:cxnSpMkLst>
        </pc:cxnChg>
      </pc:sldChg>
    </pc:docChg>
  </pc:docChgLst>
  <pc:docChgLst>
    <pc:chgData name="Matthew James" userId="f666f108-8a0f-4162-87e7-039355b66eb3" providerId="ADAL" clId="{9710E6D5-3342-47FF-BF65-7F49D13C94DA}"/>
    <pc:docChg chg="custSel modSld">
      <pc:chgData name="Matthew James" userId="f666f108-8a0f-4162-87e7-039355b66eb3" providerId="ADAL" clId="{9710E6D5-3342-47FF-BF65-7F49D13C94DA}" dt="2023-03-08T12:16:44.542" v="269" actId="1076"/>
      <pc:docMkLst>
        <pc:docMk/>
      </pc:docMkLst>
      <pc:sldChg chg="addSp modSp mod">
        <pc:chgData name="Matthew James" userId="f666f108-8a0f-4162-87e7-039355b66eb3" providerId="ADAL" clId="{9710E6D5-3342-47FF-BF65-7F49D13C94DA}" dt="2023-03-08T12:09:21.536" v="89" actId="5793"/>
        <pc:sldMkLst>
          <pc:docMk/>
          <pc:sldMk cId="1533320861" sldId="261"/>
        </pc:sldMkLst>
        <pc:spChg chg="mod">
          <ac:chgData name="Matthew James" userId="f666f108-8a0f-4162-87e7-039355b66eb3" providerId="ADAL" clId="{9710E6D5-3342-47FF-BF65-7F49D13C94DA}" dt="2023-03-08T12:04:16.923" v="0" actId="1076"/>
          <ac:spMkLst>
            <pc:docMk/>
            <pc:sldMk cId="1533320861" sldId="261"/>
            <ac:spMk id="2" creationId="{EC68AFFA-9C89-F46A-18B7-F35688C59D63}"/>
          </ac:spMkLst>
        </pc:spChg>
        <pc:spChg chg="add mod">
          <ac:chgData name="Matthew James" userId="f666f108-8a0f-4162-87e7-039355b66eb3" providerId="ADAL" clId="{9710E6D5-3342-47FF-BF65-7F49D13C94DA}" dt="2023-03-08T12:09:21.536" v="89" actId="5793"/>
          <ac:spMkLst>
            <pc:docMk/>
            <pc:sldMk cId="1533320861" sldId="261"/>
            <ac:spMk id="3" creationId="{83499DD7-CB0E-1C8D-CD3D-74C761144D04}"/>
          </ac:spMkLst>
        </pc:spChg>
      </pc:sldChg>
      <pc:sldChg chg="addSp delSp modSp mod">
        <pc:chgData name="Matthew James" userId="f666f108-8a0f-4162-87e7-039355b66eb3" providerId="ADAL" clId="{9710E6D5-3342-47FF-BF65-7F49D13C94DA}" dt="2023-03-08T12:16:44.542" v="269" actId="1076"/>
        <pc:sldMkLst>
          <pc:docMk/>
          <pc:sldMk cId="1630608680" sldId="262"/>
        </pc:sldMkLst>
        <pc:spChg chg="mod">
          <ac:chgData name="Matthew James" userId="f666f108-8a0f-4162-87e7-039355b66eb3" providerId="ADAL" clId="{9710E6D5-3342-47FF-BF65-7F49D13C94DA}" dt="2023-03-08T12:10:23.227" v="91" actId="1076"/>
          <ac:spMkLst>
            <pc:docMk/>
            <pc:sldMk cId="1630608680" sldId="262"/>
            <ac:spMk id="7" creationId="{FB96CE74-C18D-B354-DF88-785537C94B51}"/>
          </ac:spMkLst>
        </pc:spChg>
        <pc:spChg chg="add mod">
          <ac:chgData name="Matthew James" userId="f666f108-8a0f-4162-87e7-039355b66eb3" providerId="ADAL" clId="{9710E6D5-3342-47FF-BF65-7F49D13C94DA}" dt="2023-03-08T12:14:26.058" v="152" actId="404"/>
          <ac:spMkLst>
            <pc:docMk/>
            <pc:sldMk cId="1630608680" sldId="262"/>
            <ac:spMk id="31" creationId="{5F7E3681-79CD-2A02-6288-D1A756650E14}"/>
          </ac:spMkLst>
        </pc:spChg>
        <pc:spChg chg="add mod">
          <ac:chgData name="Matthew James" userId="f666f108-8a0f-4162-87e7-039355b66eb3" providerId="ADAL" clId="{9710E6D5-3342-47FF-BF65-7F49D13C94DA}" dt="2023-03-08T12:15:04.903" v="212" actId="1076"/>
          <ac:spMkLst>
            <pc:docMk/>
            <pc:sldMk cId="1630608680" sldId="262"/>
            <ac:spMk id="32" creationId="{FF77459A-FCDE-B6AF-DC4F-877E8D29A701}"/>
          </ac:spMkLst>
        </pc:spChg>
        <pc:spChg chg="add mod">
          <ac:chgData name="Matthew James" userId="f666f108-8a0f-4162-87e7-039355b66eb3" providerId="ADAL" clId="{9710E6D5-3342-47FF-BF65-7F49D13C94DA}" dt="2023-03-08T12:15:28.474" v="228" actId="404"/>
          <ac:spMkLst>
            <pc:docMk/>
            <pc:sldMk cId="1630608680" sldId="262"/>
            <ac:spMk id="33" creationId="{A5DFFF24-F3CF-299A-5C91-3F50B5B10A48}"/>
          </ac:spMkLst>
        </pc:spChg>
        <pc:spChg chg="add mod">
          <ac:chgData name="Matthew James" userId="f666f108-8a0f-4162-87e7-039355b66eb3" providerId="ADAL" clId="{9710E6D5-3342-47FF-BF65-7F49D13C94DA}" dt="2023-03-08T12:15:16.418" v="225" actId="20577"/>
          <ac:spMkLst>
            <pc:docMk/>
            <pc:sldMk cId="1630608680" sldId="262"/>
            <ac:spMk id="34" creationId="{6969E098-D2A4-6513-21E2-D3C70DA79B33}"/>
          </ac:spMkLst>
        </pc:spChg>
        <pc:spChg chg="add mod">
          <ac:chgData name="Matthew James" userId="f666f108-8a0f-4162-87e7-039355b66eb3" providerId="ADAL" clId="{9710E6D5-3342-47FF-BF65-7F49D13C94DA}" dt="2023-03-08T12:16:21.233" v="265" actId="20577"/>
          <ac:spMkLst>
            <pc:docMk/>
            <pc:sldMk cId="1630608680" sldId="262"/>
            <ac:spMk id="35" creationId="{2F45234B-BAFE-98E0-FD20-4A1CF3B8C381}"/>
          </ac:spMkLst>
        </pc:spChg>
        <pc:spChg chg="add mod">
          <ac:chgData name="Matthew James" userId="f666f108-8a0f-4162-87e7-039355b66eb3" providerId="ADAL" clId="{9710E6D5-3342-47FF-BF65-7F49D13C94DA}" dt="2023-03-08T12:16:14.719" v="262" actId="1076"/>
          <ac:spMkLst>
            <pc:docMk/>
            <pc:sldMk cId="1630608680" sldId="262"/>
            <ac:spMk id="38" creationId="{E9422200-E191-606C-41C8-1A8BBB36165A}"/>
          </ac:spMkLst>
        </pc:spChg>
        <pc:picChg chg="add mod">
          <ac:chgData name="Matthew James" userId="f666f108-8a0f-4162-87e7-039355b66eb3" providerId="ADAL" clId="{9710E6D5-3342-47FF-BF65-7F49D13C94DA}" dt="2023-03-08T12:12:41.771" v="112" actId="1076"/>
          <ac:picMkLst>
            <pc:docMk/>
            <pc:sldMk cId="1630608680" sldId="262"/>
            <ac:picMk id="9" creationId="{12BA90BF-9836-E04C-AA3F-2B223920E129}"/>
          </ac:picMkLst>
        </pc:picChg>
        <pc:picChg chg="add mod">
          <ac:chgData name="Matthew James" userId="f666f108-8a0f-4162-87e7-039355b66eb3" providerId="ADAL" clId="{9710E6D5-3342-47FF-BF65-7F49D13C94DA}" dt="2023-03-08T12:13:05.097" v="120" actId="1076"/>
          <ac:picMkLst>
            <pc:docMk/>
            <pc:sldMk cId="1630608680" sldId="262"/>
            <ac:picMk id="11" creationId="{72A04637-D4CB-4681-AE71-FB499ABA2D3A}"/>
          </ac:picMkLst>
        </pc:picChg>
        <pc:picChg chg="add mod">
          <ac:chgData name="Matthew James" userId="f666f108-8a0f-4162-87e7-039355b66eb3" providerId="ADAL" clId="{9710E6D5-3342-47FF-BF65-7F49D13C94DA}" dt="2023-03-08T12:13:23.241" v="128" actId="1076"/>
          <ac:picMkLst>
            <pc:docMk/>
            <pc:sldMk cId="1630608680" sldId="262"/>
            <ac:picMk id="17" creationId="{078D82BC-F6D8-BBBE-B228-75CA9A3DE082}"/>
          </ac:picMkLst>
        </pc:picChg>
        <pc:picChg chg="add del mod">
          <ac:chgData name="Matthew James" userId="f666f108-8a0f-4162-87e7-039355b66eb3" providerId="ADAL" clId="{9710E6D5-3342-47FF-BF65-7F49D13C94DA}" dt="2023-03-08T12:13:13.740" v="123" actId="478"/>
          <ac:picMkLst>
            <pc:docMk/>
            <pc:sldMk cId="1630608680" sldId="262"/>
            <ac:picMk id="22" creationId="{FDF64CA0-2876-AB3D-0322-EF5ECB43C887}"/>
          </ac:picMkLst>
        </pc:picChg>
        <pc:picChg chg="add mod">
          <ac:chgData name="Matthew James" userId="f666f108-8a0f-4162-87e7-039355b66eb3" providerId="ADAL" clId="{9710E6D5-3342-47FF-BF65-7F49D13C94DA}" dt="2023-03-08T12:13:34.425" v="131" actId="1076"/>
          <ac:picMkLst>
            <pc:docMk/>
            <pc:sldMk cId="1630608680" sldId="262"/>
            <ac:picMk id="26" creationId="{0547A357-F2B9-20A7-671E-AE2D2DE36104}"/>
          </ac:picMkLst>
        </pc:picChg>
        <pc:picChg chg="add mod">
          <ac:chgData name="Matthew James" userId="f666f108-8a0f-4162-87e7-039355b66eb3" providerId="ADAL" clId="{9710E6D5-3342-47FF-BF65-7F49D13C94DA}" dt="2023-03-08T12:13:52.889" v="137" actId="1076"/>
          <ac:picMkLst>
            <pc:docMk/>
            <pc:sldMk cId="1630608680" sldId="262"/>
            <ac:picMk id="28" creationId="{250755F6-66BC-EEB3-AFA0-464A98B979FB}"/>
          </ac:picMkLst>
        </pc:picChg>
        <pc:picChg chg="add mod">
          <ac:chgData name="Matthew James" userId="f666f108-8a0f-4162-87e7-039355b66eb3" providerId="ADAL" clId="{9710E6D5-3342-47FF-BF65-7F49D13C94DA}" dt="2023-03-08T12:16:11.918" v="261" actId="1076"/>
          <ac:picMkLst>
            <pc:docMk/>
            <pc:sldMk cId="1630608680" sldId="262"/>
            <ac:picMk id="30" creationId="{660CCBEB-74DA-4AFC-617D-E4C07B1A82EE}"/>
          </ac:picMkLst>
        </pc:picChg>
        <pc:picChg chg="mod">
          <ac:chgData name="Matthew James" userId="f666f108-8a0f-4162-87e7-039355b66eb3" providerId="ADAL" clId="{9710E6D5-3342-47FF-BF65-7F49D13C94DA}" dt="2023-03-08T12:13:49.665" v="135" actId="1076"/>
          <ac:picMkLst>
            <pc:docMk/>
            <pc:sldMk cId="1630608680" sldId="262"/>
            <ac:picMk id="4099" creationId="{51C74256-FAA3-8550-2606-9EE2F71CA5D0}"/>
          </ac:picMkLst>
        </pc:picChg>
        <pc:cxnChg chg="add mod">
          <ac:chgData name="Matthew James" userId="f666f108-8a0f-4162-87e7-039355b66eb3" providerId="ADAL" clId="{9710E6D5-3342-47FF-BF65-7F49D13C94DA}" dt="2023-03-08T12:13:45.497" v="134" actId="1076"/>
          <ac:cxnSpMkLst>
            <pc:docMk/>
            <pc:sldMk cId="1630608680" sldId="262"/>
            <ac:cxnSpMk id="8" creationId="{4A559BA2-38F8-1198-93D2-6547D186FEC1}"/>
          </ac:cxnSpMkLst>
        </pc:cxnChg>
        <pc:cxnChg chg="add mod">
          <ac:chgData name="Matthew James" userId="f666f108-8a0f-4162-87e7-039355b66eb3" providerId="ADAL" clId="{9710E6D5-3342-47FF-BF65-7F49D13C94DA}" dt="2023-03-08T12:12:43.858" v="113" actId="1076"/>
          <ac:cxnSpMkLst>
            <pc:docMk/>
            <pc:sldMk cId="1630608680" sldId="262"/>
            <ac:cxnSpMk id="10" creationId="{7A51D650-F1B0-CAB2-208D-FBE5C7B1A7E3}"/>
          </ac:cxnSpMkLst>
        </pc:cxnChg>
        <pc:cxnChg chg="add del mod">
          <ac:chgData name="Matthew James" userId="f666f108-8a0f-4162-87e7-039355b66eb3" providerId="ADAL" clId="{9710E6D5-3342-47FF-BF65-7F49D13C94DA}" dt="2023-03-08T12:13:00.957" v="118" actId="478"/>
          <ac:cxnSpMkLst>
            <pc:docMk/>
            <pc:sldMk cId="1630608680" sldId="262"/>
            <ac:cxnSpMk id="12" creationId="{D7706F27-B5F8-651E-EFE9-C1496423AB34}"/>
          </ac:cxnSpMkLst>
        </pc:cxnChg>
        <pc:cxnChg chg="add mod">
          <ac:chgData name="Matthew James" userId="f666f108-8a0f-4162-87e7-039355b66eb3" providerId="ADAL" clId="{9710E6D5-3342-47FF-BF65-7F49D13C94DA}" dt="2023-03-08T12:13:21.769" v="127" actId="1076"/>
          <ac:cxnSpMkLst>
            <pc:docMk/>
            <pc:sldMk cId="1630608680" sldId="262"/>
            <ac:cxnSpMk id="13" creationId="{BDBE6C0D-0DB4-4492-E7F3-D62C75AB9F14}"/>
          </ac:cxnSpMkLst>
        </pc:cxnChg>
        <pc:cxnChg chg="add mod">
          <ac:chgData name="Matthew James" userId="f666f108-8a0f-4162-87e7-039355b66eb3" providerId="ADAL" clId="{9710E6D5-3342-47FF-BF65-7F49D13C94DA}" dt="2023-03-08T12:13:25.513" v="129" actId="14100"/>
          <ac:cxnSpMkLst>
            <pc:docMk/>
            <pc:sldMk cId="1630608680" sldId="262"/>
            <ac:cxnSpMk id="23" creationId="{5446DA14-7369-C538-61FA-B3864F903E33}"/>
          </ac:cxnSpMkLst>
        </pc:cxnChg>
        <pc:cxnChg chg="add mod">
          <ac:chgData name="Matthew James" userId="f666f108-8a0f-4162-87e7-039355b66eb3" providerId="ADAL" clId="{9710E6D5-3342-47FF-BF65-7F49D13C94DA}" dt="2023-03-08T12:14:03.113" v="139" actId="1076"/>
          <ac:cxnSpMkLst>
            <pc:docMk/>
            <pc:sldMk cId="1630608680" sldId="262"/>
            <ac:cxnSpMk id="29" creationId="{145CDB14-4985-EC33-9490-EAA91181D7A0}"/>
          </ac:cxnSpMkLst>
        </pc:cxnChg>
        <pc:cxnChg chg="add mod">
          <ac:chgData name="Matthew James" userId="f666f108-8a0f-4162-87e7-039355b66eb3" providerId="ADAL" clId="{9710E6D5-3342-47FF-BF65-7F49D13C94DA}" dt="2023-03-08T12:15:47.903" v="248" actId="1076"/>
          <ac:cxnSpMkLst>
            <pc:docMk/>
            <pc:sldMk cId="1630608680" sldId="262"/>
            <ac:cxnSpMk id="36" creationId="{3B5363DB-E241-A620-C9A1-B0ACD33AFBD2}"/>
          </ac:cxnSpMkLst>
        </pc:cxnChg>
        <pc:cxnChg chg="add mod">
          <ac:chgData name="Matthew James" userId="f666f108-8a0f-4162-87e7-039355b66eb3" providerId="ADAL" clId="{9710E6D5-3342-47FF-BF65-7F49D13C94DA}" dt="2023-03-08T12:15:50.175" v="249" actId="1076"/>
          <ac:cxnSpMkLst>
            <pc:docMk/>
            <pc:sldMk cId="1630608680" sldId="262"/>
            <ac:cxnSpMk id="37" creationId="{EB84C1E6-5D56-7170-BF02-03350350A86F}"/>
          </ac:cxnSpMkLst>
        </pc:cxnChg>
        <pc:cxnChg chg="add del mod">
          <ac:chgData name="Matthew James" userId="f666f108-8a0f-4162-87e7-039355b66eb3" providerId="ADAL" clId="{9710E6D5-3342-47FF-BF65-7F49D13C94DA}" dt="2023-03-08T12:16:39.256" v="267" actId="478"/>
          <ac:cxnSpMkLst>
            <pc:docMk/>
            <pc:sldMk cId="1630608680" sldId="262"/>
            <ac:cxnSpMk id="39" creationId="{E64A3988-B04A-35E8-455E-36B7AD6806D1}"/>
          </ac:cxnSpMkLst>
        </pc:cxnChg>
        <pc:cxnChg chg="add mod">
          <ac:chgData name="Matthew James" userId="f666f108-8a0f-4162-87e7-039355b66eb3" providerId="ADAL" clId="{9710E6D5-3342-47FF-BF65-7F49D13C94DA}" dt="2023-03-08T12:16:44.542" v="269" actId="1076"/>
          <ac:cxnSpMkLst>
            <pc:docMk/>
            <pc:sldMk cId="1630608680" sldId="262"/>
            <ac:cxnSpMk id="40" creationId="{4104EEDD-A260-A03C-19D1-47C6FBFF9C6D}"/>
          </ac:cxnSpMkLst>
        </pc:cxnChg>
      </pc:sldChg>
    </pc:docChg>
  </pc:docChgLst>
  <pc:docChgLst>
    <pc:chgData name="Matthew James" userId="f666f108-8a0f-4162-87e7-039355b66eb3" providerId="ADAL" clId="{C0BAEBE2-461D-40B4-8ACC-8F62389A4303}"/>
    <pc:docChg chg="undo custSel addSld delSld modSld">
      <pc:chgData name="Matthew James" userId="f666f108-8a0f-4162-87e7-039355b66eb3" providerId="ADAL" clId="{C0BAEBE2-461D-40B4-8ACC-8F62389A4303}" dt="2023-05-04T20:36:16.724" v="2092" actId="1076"/>
      <pc:docMkLst>
        <pc:docMk/>
      </pc:docMkLst>
      <pc:sldChg chg="modSp mod">
        <pc:chgData name="Matthew James" userId="f666f108-8a0f-4162-87e7-039355b66eb3" providerId="ADAL" clId="{C0BAEBE2-461D-40B4-8ACC-8F62389A4303}" dt="2023-05-04T16:37:43.936" v="11" actId="313"/>
        <pc:sldMkLst>
          <pc:docMk/>
          <pc:sldMk cId="716437717" sldId="278"/>
        </pc:sldMkLst>
        <pc:spChg chg="mod">
          <ac:chgData name="Matthew James" userId="f666f108-8a0f-4162-87e7-039355b66eb3" providerId="ADAL" clId="{C0BAEBE2-461D-40B4-8ACC-8F62389A4303}" dt="2023-05-04T16:37:24.908" v="0" actId="13822"/>
          <ac:spMkLst>
            <pc:docMk/>
            <pc:sldMk cId="716437717" sldId="278"/>
            <ac:spMk id="23" creationId="{AC2A8049-DA85-AFF3-D092-61E1E386336F}"/>
          </ac:spMkLst>
        </pc:spChg>
        <pc:spChg chg="mod">
          <ac:chgData name="Matthew James" userId="f666f108-8a0f-4162-87e7-039355b66eb3" providerId="ADAL" clId="{C0BAEBE2-461D-40B4-8ACC-8F62389A4303}" dt="2023-05-04T16:37:27.427" v="1" actId="13822"/>
          <ac:spMkLst>
            <pc:docMk/>
            <pc:sldMk cId="716437717" sldId="278"/>
            <ac:spMk id="24" creationId="{0EE25BDB-12CE-6802-58B6-AA51CF5FA39A}"/>
          </ac:spMkLst>
        </pc:spChg>
        <pc:graphicFrameChg chg="modGraphic">
          <ac:chgData name="Matthew James" userId="f666f108-8a0f-4162-87e7-039355b66eb3" providerId="ADAL" clId="{C0BAEBE2-461D-40B4-8ACC-8F62389A4303}" dt="2023-05-04T16:37:43.936" v="11" actId="313"/>
          <ac:graphicFrameMkLst>
            <pc:docMk/>
            <pc:sldMk cId="716437717" sldId="278"/>
            <ac:graphicFrameMk id="2" creationId="{40FBEF45-2903-0B3C-66ED-97B354E2CA2D}"/>
          </ac:graphicFrameMkLst>
        </pc:graphicFrameChg>
        <pc:graphicFrameChg chg="modGraphic">
          <ac:chgData name="Matthew James" userId="f666f108-8a0f-4162-87e7-039355b66eb3" providerId="ADAL" clId="{C0BAEBE2-461D-40B4-8ACC-8F62389A4303}" dt="2023-05-04T16:37:39.145" v="5" actId="313"/>
          <ac:graphicFrameMkLst>
            <pc:docMk/>
            <pc:sldMk cId="716437717" sldId="278"/>
            <ac:graphicFrameMk id="21" creationId="{9FAD91D6-AD0A-FF5E-0B63-302736FA5651}"/>
          </ac:graphicFrameMkLst>
        </pc:graphicFrameChg>
      </pc:sldChg>
      <pc:sldChg chg="addSp delSp modSp new mod setBg modNotesTx">
        <pc:chgData name="Matthew James" userId="f666f108-8a0f-4162-87e7-039355b66eb3" providerId="ADAL" clId="{C0BAEBE2-461D-40B4-8ACC-8F62389A4303}" dt="2023-05-04T19:44:30.735" v="512" actId="207"/>
        <pc:sldMkLst>
          <pc:docMk/>
          <pc:sldMk cId="647450852" sldId="279"/>
        </pc:sldMkLst>
        <pc:spChg chg="del">
          <ac:chgData name="Matthew James" userId="f666f108-8a0f-4162-87e7-039355b66eb3" providerId="ADAL" clId="{C0BAEBE2-461D-40B4-8ACC-8F62389A4303}" dt="2023-05-04T17:46:24.404" v="87" actId="478"/>
          <ac:spMkLst>
            <pc:docMk/>
            <pc:sldMk cId="647450852" sldId="279"/>
            <ac:spMk id="2" creationId="{D68E174D-FBBA-EA56-6182-F08B2382E33C}"/>
          </ac:spMkLst>
        </pc:spChg>
        <pc:spChg chg="del">
          <ac:chgData name="Matthew James" userId="f666f108-8a0f-4162-87e7-039355b66eb3" providerId="ADAL" clId="{C0BAEBE2-461D-40B4-8ACC-8F62389A4303}" dt="2023-05-04T17:46:23.302" v="86" actId="478"/>
          <ac:spMkLst>
            <pc:docMk/>
            <pc:sldMk cId="647450852" sldId="279"/>
            <ac:spMk id="3" creationId="{22A2738D-5ED6-C395-F9FE-C39FE75E5968}"/>
          </ac:spMkLst>
        </pc:spChg>
        <pc:spChg chg="add del mod">
          <ac:chgData name="Matthew James" userId="f666f108-8a0f-4162-87e7-039355b66eb3" providerId="ADAL" clId="{C0BAEBE2-461D-40B4-8ACC-8F62389A4303}" dt="2023-05-04T17:48:59.050" v="102" actId="478"/>
          <ac:spMkLst>
            <pc:docMk/>
            <pc:sldMk cId="647450852" sldId="279"/>
            <ac:spMk id="11" creationId="{F25181F4-36BF-2A9D-6E29-598EED1135F2}"/>
          </ac:spMkLst>
        </pc:spChg>
        <pc:spChg chg="add mod">
          <ac:chgData name="Matthew James" userId="f666f108-8a0f-4162-87e7-039355b66eb3" providerId="ADAL" clId="{C0BAEBE2-461D-40B4-8ACC-8F62389A4303}" dt="2023-05-04T19:33:49.144" v="400" actId="207"/>
          <ac:spMkLst>
            <pc:docMk/>
            <pc:sldMk cId="647450852" sldId="279"/>
            <ac:spMk id="12" creationId="{9DDB6435-FAC3-12B1-3337-01BD94875AD4}"/>
          </ac:spMkLst>
        </pc:spChg>
        <pc:spChg chg="add mod">
          <ac:chgData name="Matthew James" userId="f666f108-8a0f-4162-87e7-039355b66eb3" providerId="ADAL" clId="{C0BAEBE2-461D-40B4-8ACC-8F62389A4303}" dt="2023-05-04T19:33:49.144" v="400" actId="207"/>
          <ac:spMkLst>
            <pc:docMk/>
            <pc:sldMk cId="647450852" sldId="279"/>
            <ac:spMk id="13" creationId="{EF334D15-C0A4-6CCE-31AE-7A6A36234CE8}"/>
          </ac:spMkLst>
        </pc:spChg>
        <pc:spChg chg="add del mod">
          <ac:chgData name="Matthew James" userId="f666f108-8a0f-4162-87e7-039355b66eb3" providerId="ADAL" clId="{C0BAEBE2-461D-40B4-8ACC-8F62389A4303}" dt="2023-05-04T18:29:18.181" v="155" actId="478"/>
          <ac:spMkLst>
            <pc:docMk/>
            <pc:sldMk cId="647450852" sldId="279"/>
            <ac:spMk id="14" creationId="{E1C4198B-B190-DD74-7E70-1AC565801CF5}"/>
          </ac:spMkLst>
        </pc:spChg>
        <pc:spChg chg="add mod">
          <ac:chgData name="Matthew James" userId="f666f108-8a0f-4162-87e7-039355b66eb3" providerId="ADAL" clId="{C0BAEBE2-461D-40B4-8ACC-8F62389A4303}" dt="2023-05-04T19:34:53.015" v="411" actId="2085"/>
          <ac:spMkLst>
            <pc:docMk/>
            <pc:sldMk cId="647450852" sldId="279"/>
            <ac:spMk id="15" creationId="{4789EACB-17DB-B60F-5809-6E0D52562514}"/>
          </ac:spMkLst>
        </pc:spChg>
        <pc:spChg chg="add mod">
          <ac:chgData name="Matthew James" userId="f666f108-8a0f-4162-87e7-039355b66eb3" providerId="ADAL" clId="{C0BAEBE2-461D-40B4-8ACC-8F62389A4303}" dt="2023-05-04T18:30:34.237" v="177" actId="403"/>
          <ac:spMkLst>
            <pc:docMk/>
            <pc:sldMk cId="647450852" sldId="279"/>
            <ac:spMk id="16" creationId="{D9B32EBC-0061-2D6C-5702-2F3B9F800963}"/>
          </ac:spMkLst>
        </pc:spChg>
        <pc:spChg chg="add mod">
          <ac:chgData name="Matthew James" userId="f666f108-8a0f-4162-87e7-039355b66eb3" providerId="ADAL" clId="{C0BAEBE2-461D-40B4-8ACC-8F62389A4303}" dt="2023-05-04T19:37:07.977" v="419" actId="1076"/>
          <ac:spMkLst>
            <pc:docMk/>
            <pc:sldMk cId="647450852" sldId="279"/>
            <ac:spMk id="17" creationId="{304EBB33-676E-6EFF-1630-7D417F42B14D}"/>
          </ac:spMkLst>
        </pc:spChg>
        <pc:spChg chg="add mod">
          <ac:chgData name="Matthew James" userId="f666f108-8a0f-4162-87e7-039355b66eb3" providerId="ADAL" clId="{C0BAEBE2-461D-40B4-8ACC-8F62389A4303}" dt="2023-05-04T19:38:17.096" v="424" actId="113"/>
          <ac:spMkLst>
            <pc:docMk/>
            <pc:sldMk cId="647450852" sldId="279"/>
            <ac:spMk id="18" creationId="{81BBCDBC-745B-D250-8755-0B5D1460496B}"/>
          </ac:spMkLst>
        </pc:spChg>
        <pc:spChg chg="add mod">
          <ac:chgData name="Matthew James" userId="f666f108-8a0f-4162-87e7-039355b66eb3" providerId="ADAL" clId="{C0BAEBE2-461D-40B4-8ACC-8F62389A4303}" dt="2023-05-04T19:34:39.115" v="410" actId="1076"/>
          <ac:spMkLst>
            <pc:docMk/>
            <pc:sldMk cId="647450852" sldId="279"/>
            <ac:spMk id="19" creationId="{1695630C-2FE3-C7C7-39A5-08BCFC28C820}"/>
          </ac:spMkLst>
        </pc:spChg>
        <pc:spChg chg="add mod">
          <ac:chgData name="Matthew James" userId="f666f108-8a0f-4162-87e7-039355b66eb3" providerId="ADAL" clId="{C0BAEBE2-461D-40B4-8ACC-8F62389A4303}" dt="2023-05-04T19:43:07.821" v="481" actId="1076"/>
          <ac:spMkLst>
            <pc:docMk/>
            <pc:sldMk cId="647450852" sldId="279"/>
            <ac:spMk id="20" creationId="{87753A82-5615-3585-406F-10BD3FBD5DCC}"/>
          </ac:spMkLst>
        </pc:spChg>
        <pc:spChg chg="add mod">
          <ac:chgData name="Matthew James" userId="f666f108-8a0f-4162-87e7-039355b66eb3" providerId="ADAL" clId="{C0BAEBE2-461D-40B4-8ACC-8F62389A4303}" dt="2023-05-04T19:05:05.437" v="253" actId="20577"/>
          <ac:spMkLst>
            <pc:docMk/>
            <pc:sldMk cId="647450852" sldId="279"/>
            <ac:spMk id="23" creationId="{16FE355A-C124-5B77-2BFB-A5D41E530910}"/>
          </ac:spMkLst>
        </pc:spChg>
        <pc:spChg chg="add mod">
          <ac:chgData name="Matthew James" userId="f666f108-8a0f-4162-87e7-039355b66eb3" providerId="ADAL" clId="{C0BAEBE2-461D-40B4-8ACC-8F62389A4303}" dt="2023-05-04T19:04:32.564" v="248" actId="14100"/>
          <ac:spMkLst>
            <pc:docMk/>
            <pc:sldMk cId="647450852" sldId="279"/>
            <ac:spMk id="24" creationId="{F69FE292-6C05-A125-1940-4324DD42F53B}"/>
          </ac:spMkLst>
        </pc:spChg>
        <pc:spChg chg="add mod">
          <ac:chgData name="Matthew James" userId="f666f108-8a0f-4162-87e7-039355b66eb3" providerId="ADAL" clId="{C0BAEBE2-461D-40B4-8ACC-8F62389A4303}" dt="2023-05-04T19:03:14.094" v="227" actId="1076"/>
          <ac:spMkLst>
            <pc:docMk/>
            <pc:sldMk cId="647450852" sldId="279"/>
            <ac:spMk id="25" creationId="{5E9E77E1-BA76-1891-2BC5-A6AE2219F062}"/>
          </ac:spMkLst>
        </pc:spChg>
        <pc:spChg chg="add mod">
          <ac:chgData name="Matthew James" userId="f666f108-8a0f-4162-87e7-039355b66eb3" providerId="ADAL" clId="{C0BAEBE2-461D-40B4-8ACC-8F62389A4303}" dt="2023-05-04T19:43:16.531" v="483" actId="1076"/>
          <ac:spMkLst>
            <pc:docMk/>
            <pc:sldMk cId="647450852" sldId="279"/>
            <ac:spMk id="26" creationId="{F10C0C32-34E8-992D-D441-7D857FB3BFFD}"/>
          </ac:spMkLst>
        </pc:spChg>
        <pc:spChg chg="add mod">
          <ac:chgData name="Matthew James" userId="f666f108-8a0f-4162-87e7-039355b66eb3" providerId="ADAL" clId="{C0BAEBE2-461D-40B4-8ACC-8F62389A4303}" dt="2023-05-04T19:43:24.011" v="485" actId="1076"/>
          <ac:spMkLst>
            <pc:docMk/>
            <pc:sldMk cId="647450852" sldId="279"/>
            <ac:spMk id="27" creationId="{37C77686-62B3-D9A0-A81E-8C0E9DED5386}"/>
          </ac:spMkLst>
        </pc:spChg>
        <pc:spChg chg="add mod">
          <ac:chgData name="Matthew James" userId="f666f108-8a0f-4162-87e7-039355b66eb3" providerId="ADAL" clId="{C0BAEBE2-461D-40B4-8ACC-8F62389A4303}" dt="2023-05-04T19:43:40.306" v="488" actId="1076"/>
          <ac:spMkLst>
            <pc:docMk/>
            <pc:sldMk cId="647450852" sldId="279"/>
            <ac:spMk id="28" creationId="{ED03AAF8-F8D5-E20C-A0F5-267790031CF2}"/>
          </ac:spMkLst>
        </pc:spChg>
        <pc:spChg chg="add del mod">
          <ac:chgData name="Matthew James" userId="f666f108-8a0f-4162-87e7-039355b66eb3" providerId="ADAL" clId="{C0BAEBE2-461D-40B4-8ACC-8F62389A4303}" dt="2023-05-04T19:40:32.773" v="444" actId="478"/>
          <ac:spMkLst>
            <pc:docMk/>
            <pc:sldMk cId="647450852" sldId="279"/>
            <ac:spMk id="29" creationId="{35CE06AD-847C-0B7A-D534-E9D4F90E1C06}"/>
          </ac:spMkLst>
        </pc:spChg>
        <pc:spChg chg="add del mod">
          <ac:chgData name="Matthew James" userId="f666f108-8a0f-4162-87e7-039355b66eb3" providerId="ADAL" clId="{C0BAEBE2-461D-40B4-8ACC-8F62389A4303}" dt="2023-05-04T19:43:58.544" v="493" actId="478"/>
          <ac:spMkLst>
            <pc:docMk/>
            <pc:sldMk cId="647450852" sldId="279"/>
            <ac:spMk id="30" creationId="{7CD3F032-3265-FE07-9B32-8CCFB0F8EBAE}"/>
          </ac:spMkLst>
        </pc:spChg>
        <pc:spChg chg="add del mod">
          <ac:chgData name="Matthew James" userId="f666f108-8a0f-4162-87e7-039355b66eb3" providerId="ADAL" clId="{C0BAEBE2-461D-40B4-8ACC-8F62389A4303}" dt="2023-05-04T19:43:58.544" v="493" actId="478"/>
          <ac:spMkLst>
            <pc:docMk/>
            <pc:sldMk cId="647450852" sldId="279"/>
            <ac:spMk id="31" creationId="{3B58B01D-D297-CDFA-756D-C5A05003130F}"/>
          </ac:spMkLst>
        </pc:spChg>
        <pc:spChg chg="add del mod">
          <ac:chgData name="Matthew James" userId="f666f108-8a0f-4162-87e7-039355b66eb3" providerId="ADAL" clId="{C0BAEBE2-461D-40B4-8ACC-8F62389A4303}" dt="2023-05-04T19:43:58.544" v="493" actId="478"/>
          <ac:spMkLst>
            <pc:docMk/>
            <pc:sldMk cId="647450852" sldId="279"/>
            <ac:spMk id="32" creationId="{9E98D183-2EA7-3676-3612-BC2EBAABED23}"/>
          </ac:spMkLst>
        </pc:spChg>
        <pc:spChg chg="add mod">
          <ac:chgData name="Matthew James" userId="f666f108-8a0f-4162-87e7-039355b66eb3" providerId="ADAL" clId="{C0BAEBE2-461D-40B4-8ACC-8F62389A4303}" dt="2023-05-04T19:04:08.284" v="243" actId="255"/>
          <ac:spMkLst>
            <pc:docMk/>
            <pc:sldMk cId="647450852" sldId="279"/>
            <ac:spMk id="33" creationId="{69868B28-8550-654A-1A25-741484BBCE7A}"/>
          </ac:spMkLst>
        </pc:spChg>
        <pc:spChg chg="add mod">
          <ac:chgData name="Matthew James" userId="f666f108-8a0f-4162-87e7-039355b66eb3" providerId="ADAL" clId="{C0BAEBE2-461D-40B4-8ACC-8F62389A4303}" dt="2023-05-04T19:42:49.981" v="478" actId="403"/>
          <ac:spMkLst>
            <pc:docMk/>
            <pc:sldMk cId="647450852" sldId="279"/>
            <ac:spMk id="34" creationId="{70BA3D3E-C3DD-8901-0E05-737BECBF7926}"/>
          </ac:spMkLst>
        </pc:spChg>
        <pc:spChg chg="add del mod">
          <ac:chgData name="Matthew James" userId="f666f108-8a0f-4162-87e7-039355b66eb3" providerId="ADAL" clId="{C0BAEBE2-461D-40B4-8ACC-8F62389A4303}" dt="2023-05-04T19:40:29.565" v="443" actId="478"/>
          <ac:spMkLst>
            <pc:docMk/>
            <pc:sldMk cId="647450852" sldId="279"/>
            <ac:spMk id="35" creationId="{1F933694-8F1F-C020-E9F9-DFE49D006BC0}"/>
          </ac:spMkLst>
        </pc:spChg>
        <pc:spChg chg="add del mod">
          <ac:chgData name="Matthew James" userId="f666f108-8a0f-4162-87e7-039355b66eb3" providerId="ADAL" clId="{C0BAEBE2-461D-40B4-8ACC-8F62389A4303}" dt="2023-05-04T19:41:44.060" v="457" actId="478"/>
          <ac:spMkLst>
            <pc:docMk/>
            <pc:sldMk cId="647450852" sldId="279"/>
            <ac:spMk id="36" creationId="{AA5CD5CA-E729-9143-3ADF-AF87924B454C}"/>
          </ac:spMkLst>
        </pc:spChg>
        <pc:spChg chg="add del mod">
          <ac:chgData name="Matthew James" userId="f666f108-8a0f-4162-87e7-039355b66eb3" providerId="ADAL" clId="{C0BAEBE2-461D-40B4-8ACC-8F62389A4303}" dt="2023-05-04T19:41:45.377" v="458" actId="478"/>
          <ac:spMkLst>
            <pc:docMk/>
            <pc:sldMk cId="647450852" sldId="279"/>
            <ac:spMk id="37" creationId="{8AE9B0A4-165E-5494-9FF0-82EE961FAE07}"/>
          </ac:spMkLst>
        </pc:spChg>
        <pc:spChg chg="add del mod">
          <ac:chgData name="Matthew James" userId="f666f108-8a0f-4162-87e7-039355b66eb3" providerId="ADAL" clId="{C0BAEBE2-461D-40B4-8ACC-8F62389A4303}" dt="2023-05-04T19:41:50.843" v="462" actId="478"/>
          <ac:spMkLst>
            <pc:docMk/>
            <pc:sldMk cId="647450852" sldId="279"/>
            <ac:spMk id="38" creationId="{51FD0431-C34B-2193-A37C-EB257DCDD101}"/>
          </ac:spMkLst>
        </pc:spChg>
        <pc:spChg chg="add del mod">
          <ac:chgData name="Matthew James" userId="f666f108-8a0f-4162-87e7-039355b66eb3" providerId="ADAL" clId="{C0BAEBE2-461D-40B4-8ACC-8F62389A4303}" dt="2023-05-04T19:41:40.461" v="456" actId="478"/>
          <ac:spMkLst>
            <pc:docMk/>
            <pc:sldMk cId="647450852" sldId="279"/>
            <ac:spMk id="39" creationId="{7114B949-2848-B6EA-C022-FC6522A13C87}"/>
          </ac:spMkLst>
        </pc:spChg>
        <pc:spChg chg="add del mod">
          <ac:chgData name="Matthew James" userId="f666f108-8a0f-4162-87e7-039355b66eb3" providerId="ADAL" clId="{C0BAEBE2-461D-40B4-8ACC-8F62389A4303}" dt="2023-05-04T19:41:48.736" v="461" actId="478"/>
          <ac:spMkLst>
            <pc:docMk/>
            <pc:sldMk cId="647450852" sldId="279"/>
            <ac:spMk id="40" creationId="{506DB946-FFC4-9892-08BC-340277B9E2F5}"/>
          </ac:spMkLst>
        </pc:spChg>
        <pc:spChg chg="add del mod">
          <ac:chgData name="Matthew James" userId="f666f108-8a0f-4162-87e7-039355b66eb3" providerId="ADAL" clId="{C0BAEBE2-461D-40B4-8ACC-8F62389A4303}" dt="2023-05-04T19:41:53.366" v="463" actId="478"/>
          <ac:spMkLst>
            <pc:docMk/>
            <pc:sldMk cId="647450852" sldId="279"/>
            <ac:spMk id="41" creationId="{CDC5F28F-6EE2-2D52-1ABB-4A9264FBA862}"/>
          </ac:spMkLst>
        </pc:spChg>
        <pc:spChg chg="add mod">
          <ac:chgData name="Matthew James" userId="f666f108-8a0f-4162-87e7-039355b66eb3" providerId="ADAL" clId="{C0BAEBE2-461D-40B4-8ACC-8F62389A4303}" dt="2023-05-04T19:04:45.453" v="250" actId="1076"/>
          <ac:spMkLst>
            <pc:docMk/>
            <pc:sldMk cId="647450852" sldId="279"/>
            <ac:spMk id="42" creationId="{BFEB5F12-E5D2-04B8-1FEF-440EE56DF4AF}"/>
          </ac:spMkLst>
        </pc:spChg>
        <pc:spChg chg="add mod">
          <ac:chgData name="Matthew James" userId="f666f108-8a0f-4162-87e7-039355b66eb3" providerId="ADAL" clId="{C0BAEBE2-461D-40B4-8ACC-8F62389A4303}" dt="2023-05-04T19:04:45.453" v="250" actId="1076"/>
          <ac:spMkLst>
            <pc:docMk/>
            <pc:sldMk cId="647450852" sldId="279"/>
            <ac:spMk id="43" creationId="{B6EA282A-C41D-71AD-DA48-02A8E7525F29}"/>
          </ac:spMkLst>
        </pc:spChg>
        <pc:spChg chg="add mod">
          <ac:chgData name="Matthew James" userId="f666f108-8a0f-4162-87e7-039355b66eb3" providerId="ADAL" clId="{C0BAEBE2-461D-40B4-8ACC-8F62389A4303}" dt="2023-05-04T19:04:50.864" v="251" actId="1076"/>
          <ac:spMkLst>
            <pc:docMk/>
            <pc:sldMk cId="647450852" sldId="279"/>
            <ac:spMk id="44" creationId="{10690DE9-3277-FB4C-6BA8-DEBA64E39FEF}"/>
          </ac:spMkLst>
        </pc:spChg>
        <pc:spChg chg="add mod">
          <ac:chgData name="Matthew James" userId="f666f108-8a0f-4162-87e7-039355b66eb3" providerId="ADAL" clId="{C0BAEBE2-461D-40B4-8ACC-8F62389A4303}" dt="2023-05-04T19:04:50.864" v="251" actId="1076"/>
          <ac:spMkLst>
            <pc:docMk/>
            <pc:sldMk cId="647450852" sldId="279"/>
            <ac:spMk id="45" creationId="{FC0252F3-10F2-AC26-58A7-2B38B2C7DB0C}"/>
          </ac:spMkLst>
        </pc:spChg>
        <pc:spChg chg="add mod">
          <ac:chgData name="Matthew James" userId="f666f108-8a0f-4162-87e7-039355b66eb3" providerId="ADAL" clId="{C0BAEBE2-461D-40B4-8ACC-8F62389A4303}" dt="2023-05-04T19:04:55.491" v="252" actId="1076"/>
          <ac:spMkLst>
            <pc:docMk/>
            <pc:sldMk cId="647450852" sldId="279"/>
            <ac:spMk id="46" creationId="{FFC03FD4-0958-6944-8DA8-D1C2E42A88F8}"/>
          </ac:spMkLst>
        </pc:spChg>
        <pc:spChg chg="add mod">
          <ac:chgData name="Matthew James" userId="f666f108-8a0f-4162-87e7-039355b66eb3" providerId="ADAL" clId="{C0BAEBE2-461D-40B4-8ACC-8F62389A4303}" dt="2023-05-04T19:04:55.491" v="252" actId="1076"/>
          <ac:spMkLst>
            <pc:docMk/>
            <pc:sldMk cId="647450852" sldId="279"/>
            <ac:spMk id="47" creationId="{E1D30634-C37A-7DC1-4C8A-C0D4D082EA45}"/>
          </ac:spMkLst>
        </pc:spChg>
        <pc:spChg chg="add mod">
          <ac:chgData name="Matthew James" userId="f666f108-8a0f-4162-87e7-039355b66eb3" providerId="ADAL" clId="{C0BAEBE2-461D-40B4-8ACC-8F62389A4303}" dt="2023-05-04T19:34:02.865" v="402" actId="1076"/>
          <ac:spMkLst>
            <pc:docMk/>
            <pc:sldMk cId="647450852" sldId="279"/>
            <ac:spMk id="48" creationId="{A6085F1A-C990-7AF8-8E6F-0D81A8DD2DC7}"/>
          </ac:spMkLst>
        </pc:spChg>
        <pc:spChg chg="add mod">
          <ac:chgData name="Matthew James" userId="f666f108-8a0f-4162-87e7-039355b66eb3" providerId="ADAL" clId="{C0BAEBE2-461D-40B4-8ACC-8F62389A4303}" dt="2023-05-04T19:34:14.442" v="404" actId="1582"/>
          <ac:spMkLst>
            <pc:docMk/>
            <pc:sldMk cId="647450852" sldId="279"/>
            <ac:spMk id="49" creationId="{5C56E232-CE54-F9CC-97F0-2036AE70D3D5}"/>
          </ac:spMkLst>
        </pc:spChg>
        <pc:spChg chg="add mod">
          <ac:chgData name="Matthew James" userId="f666f108-8a0f-4162-87e7-039355b66eb3" providerId="ADAL" clId="{C0BAEBE2-461D-40B4-8ACC-8F62389A4303}" dt="2023-05-04T19:36:31.754" v="416" actId="2085"/>
          <ac:spMkLst>
            <pc:docMk/>
            <pc:sldMk cId="647450852" sldId="279"/>
            <ac:spMk id="50" creationId="{FEC529DF-A8D2-66CC-3210-EFE482BE8C3B}"/>
          </ac:spMkLst>
        </pc:spChg>
        <pc:spChg chg="add mod ord">
          <ac:chgData name="Matthew James" userId="f666f108-8a0f-4162-87e7-039355b66eb3" providerId="ADAL" clId="{C0BAEBE2-461D-40B4-8ACC-8F62389A4303}" dt="2023-05-04T19:33:57.885" v="401" actId="1076"/>
          <ac:spMkLst>
            <pc:docMk/>
            <pc:sldMk cId="647450852" sldId="279"/>
            <ac:spMk id="51" creationId="{9AEF7EE4-0AF6-BF29-D770-7052634F617B}"/>
          </ac:spMkLst>
        </pc:spChg>
        <pc:spChg chg="add mod">
          <ac:chgData name="Matthew James" userId="f666f108-8a0f-4162-87e7-039355b66eb3" providerId="ADAL" clId="{C0BAEBE2-461D-40B4-8ACC-8F62389A4303}" dt="2023-05-04T19:42:49.981" v="478" actId="403"/>
          <ac:spMkLst>
            <pc:docMk/>
            <pc:sldMk cId="647450852" sldId="279"/>
            <ac:spMk id="52" creationId="{B71E1F27-A4E1-91FE-52AC-8AA8E166E25C}"/>
          </ac:spMkLst>
        </pc:spChg>
        <pc:spChg chg="add mod">
          <ac:chgData name="Matthew James" userId="f666f108-8a0f-4162-87e7-039355b66eb3" providerId="ADAL" clId="{C0BAEBE2-461D-40B4-8ACC-8F62389A4303}" dt="2023-05-04T19:42:49.981" v="478" actId="403"/>
          <ac:spMkLst>
            <pc:docMk/>
            <pc:sldMk cId="647450852" sldId="279"/>
            <ac:spMk id="53" creationId="{AD5C2468-8735-2CBA-BBCC-F8CDC9920648}"/>
          </ac:spMkLst>
        </pc:spChg>
        <pc:spChg chg="add mod">
          <ac:chgData name="Matthew James" userId="f666f108-8a0f-4162-87e7-039355b66eb3" providerId="ADAL" clId="{C0BAEBE2-461D-40B4-8ACC-8F62389A4303}" dt="2023-05-04T19:42:49.981" v="478" actId="403"/>
          <ac:spMkLst>
            <pc:docMk/>
            <pc:sldMk cId="647450852" sldId="279"/>
            <ac:spMk id="54" creationId="{7A80E01C-09BA-27C7-F4EC-5718685792D0}"/>
          </ac:spMkLst>
        </pc:spChg>
        <pc:spChg chg="add del mod">
          <ac:chgData name="Matthew James" userId="f666f108-8a0f-4162-87e7-039355b66eb3" providerId="ADAL" clId="{C0BAEBE2-461D-40B4-8ACC-8F62389A4303}" dt="2023-05-04T19:43:58.544" v="493" actId="478"/>
          <ac:spMkLst>
            <pc:docMk/>
            <pc:sldMk cId="647450852" sldId="279"/>
            <ac:spMk id="55" creationId="{43477616-0F94-5D01-D8A7-1108FED52997}"/>
          </ac:spMkLst>
        </pc:spChg>
        <pc:spChg chg="add del mod">
          <ac:chgData name="Matthew James" userId="f666f108-8a0f-4162-87e7-039355b66eb3" providerId="ADAL" clId="{C0BAEBE2-461D-40B4-8ACC-8F62389A4303}" dt="2023-05-04T19:43:58.544" v="493" actId="478"/>
          <ac:spMkLst>
            <pc:docMk/>
            <pc:sldMk cId="647450852" sldId="279"/>
            <ac:spMk id="56" creationId="{1706B7CC-178A-242F-CD10-DA2DA506B19A}"/>
          </ac:spMkLst>
        </pc:spChg>
        <pc:spChg chg="add del mod">
          <ac:chgData name="Matthew James" userId="f666f108-8a0f-4162-87e7-039355b66eb3" providerId="ADAL" clId="{C0BAEBE2-461D-40B4-8ACC-8F62389A4303}" dt="2023-05-04T19:43:58.544" v="493" actId="478"/>
          <ac:spMkLst>
            <pc:docMk/>
            <pc:sldMk cId="647450852" sldId="279"/>
            <ac:spMk id="57" creationId="{C7F009FF-80A4-D5CD-1C4E-6FA034922A00}"/>
          </ac:spMkLst>
        </pc:spChg>
        <pc:spChg chg="add del mod">
          <ac:chgData name="Matthew James" userId="f666f108-8a0f-4162-87e7-039355b66eb3" providerId="ADAL" clId="{C0BAEBE2-461D-40B4-8ACC-8F62389A4303}" dt="2023-05-04T19:43:58.544" v="493" actId="478"/>
          <ac:spMkLst>
            <pc:docMk/>
            <pc:sldMk cId="647450852" sldId="279"/>
            <ac:spMk id="58" creationId="{B01FE000-7065-4FCD-78DD-1829460BEE9C}"/>
          </ac:spMkLst>
        </pc:spChg>
        <pc:spChg chg="add del mod">
          <ac:chgData name="Matthew James" userId="f666f108-8a0f-4162-87e7-039355b66eb3" providerId="ADAL" clId="{C0BAEBE2-461D-40B4-8ACC-8F62389A4303}" dt="2023-05-04T19:42:12.673" v="470"/>
          <ac:spMkLst>
            <pc:docMk/>
            <pc:sldMk cId="647450852" sldId="279"/>
            <ac:spMk id="59" creationId="{EDF0C02E-A5B8-99F9-B153-DB93DE82A8E7}"/>
          </ac:spMkLst>
        </pc:spChg>
        <pc:spChg chg="add del mod">
          <ac:chgData name="Matthew James" userId="f666f108-8a0f-4162-87e7-039355b66eb3" providerId="ADAL" clId="{C0BAEBE2-461D-40B4-8ACC-8F62389A4303}" dt="2023-05-04T19:43:58.544" v="493" actId="478"/>
          <ac:spMkLst>
            <pc:docMk/>
            <pc:sldMk cId="647450852" sldId="279"/>
            <ac:spMk id="60" creationId="{08095DC0-9008-3409-22CF-8C253A832693}"/>
          </ac:spMkLst>
        </pc:spChg>
        <pc:spChg chg="add del mod">
          <ac:chgData name="Matthew James" userId="f666f108-8a0f-4162-87e7-039355b66eb3" providerId="ADAL" clId="{C0BAEBE2-461D-40B4-8ACC-8F62389A4303}" dt="2023-05-04T19:43:55.280" v="492"/>
          <ac:spMkLst>
            <pc:docMk/>
            <pc:sldMk cId="647450852" sldId="279"/>
            <ac:spMk id="61" creationId="{2BAFC5FB-C875-DBCA-5528-11F91FC151B5}"/>
          </ac:spMkLst>
        </pc:spChg>
        <pc:spChg chg="add del mod">
          <ac:chgData name="Matthew James" userId="f666f108-8a0f-4162-87e7-039355b66eb3" providerId="ADAL" clId="{C0BAEBE2-461D-40B4-8ACC-8F62389A4303}" dt="2023-05-04T19:43:55.280" v="492"/>
          <ac:spMkLst>
            <pc:docMk/>
            <pc:sldMk cId="647450852" sldId="279"/>
            <ac:spMk id="62" creationId="{B97AD60A-CEA9-F406-28F0-40818B2DD104}"/>
          </ac:spMkLst>
        </pc:spChg>
        <pc:spChg chg="add del mod">
          <ac:chgData name="Matthew James" userId="f666f108-8a0f-4162-87e7-039355b66eb3" providerId="ADAL" clId="{C0BAEBE2-461D-40B4-8ACC-8F62389A4303}" dt="2023-05-04T19:43:55.280" v="492"/>
          <ac:spMkLst>
            <pc:docMk/>
            <pc:sldMk cId="647450852" sldId="279"/>
            <ac:spMk id="63" creationId="{6456A3B9-E296-52F1-BE52-51D9F01D2DB3}"/>
          </ac:spMkLst>
        </pc:spChg>
        <pc:spChg chg="add del mod">
          <ac:chgData name="Matthew James" userId="f666f108-8a0f-4162-87e7-039355b66eb3" providerId="ADAL" clId="{C0BAEBE2-461D-40B4-8ACC-8F62389A4303}" dt="2023-05-04T19:43:55.280" v="492"/>
          <ac:spMkLst>
            <pc:docMk/>
            <pc:sldMk cId="647450852" sldId="279"/>
            <ac:spMk id="1024" creationId="{B40D6375-01EE-22E4-3CAF-9D2FF9E6B1CD}"/>
          </ac:spMkLst>
        </pc:spChg>
        <pc:spChg chg="add del mod">
          <ac:chgData name="Matthew James" userId="f666f108-8a0f-4162-87e7-039355b66eb3" providerId="ADAL" clId="{C0BAEBE2-461D-40B4-8ACC-8F62389A4303}" dt="2023-05-04T19:43:55.280" v="492"/>
          <ac:spMkLst>
            <pc:docMk/>
            <pc:sldMk cId="647450852" sldId="279"/>
            <ac:spMk id="1025" creationId="{984997DD-83A3-01E0-4351-F55DA9E9801B}"/>
          </ac:spMkLst>
        </pc:spChg>
        <pc:spChg chg="add del mod">
          <ac:chgData name="Matthew James" userId="f666f108-8a0f-4162-87e7-039355b66eb3" providerId="ADAL" clId="{C0BAEBE2-461D-40B4-8ACC-8F62389A4303}" dt="2023-05-04T19:43:55.280" v="492"/>
          <ac:spMkLst>
            <pc:docMk/>
            <pc:sldMk cId="647450852" sldId="279"/>
            <ac:spMk id="1027" creationId="{BF36D44E-9026-C395-C17C-B6A004BE9771}"/>
          </ac:spMkLst>
        </pc:spChg>
        <pc:spChg chg="add del mod">
          <ac:chgData name="Matthew James" userId="f666f108-8a0f-4162-87e7-039355b66eb3" providerId="ADAL" clId="{C0BAEBE2-461D-40B4-8ACC-8F62389A4303}" dt="2023-05-04T19:43:55.280" v="492"/>
          <ac:spMkLst>
            <pc:docMk/>
            <pc:sldMk cId="647450852" sldId="279"/>
            <ac:spMk id="1028" creationId="{EDCC4871-1776-5EE9-5204-074703208A65}"/>
          </ac:spMkLst>
        </pc:spChg>
        <pc:spChg chg="add del mod">
          <ac:chgData name="Matthew James" userId="f666f108-8a0f-4162-87e7-039355b66eb3" providerId="ADAL" clId="{C0BAEBE2-461D-40B4-8ACC-8F62389A4303}" dt="2023-05-04T19:43:55.280" v="492"/>
          <ac:spMkLst>
            <pc:docMk/>
            <pc:sldMk cId="647450852" sldId="279"/>
            <ac:spMk id="1029" creationId="{93E232CE-745C-6C36-A736-08301817B937}"/>
          </ac:spMkLst>
        </pc:spChg>
        <pc:spChg chg="add del mod">
          <ac:chgData name="Matthew James" userId="f666f108-8a0f-4162-87e7-039355b66eb3" providerId="ADAL" clId="{C0BAEBE2-461D-40B4-8ACC-8F62389A4303}" dt="2023-05-04T19:44:02.475" v="495"/>
          <ac:spMkLst>
            <pc:docMk/>
            <pc:sldMk cId="647450852" sldId="279"/>
            <ac:spMk id="1030" creationId="{44BF31FF-C43E-80E8-C9E2-066733A99B7C}"/>
          </ac:spMkLst>
        </pc:spChg>
        <pc:spChg chg="add del mod">
          <ac:chgData name="Matthew James" userId="f666f108-8a0f-4162-87e7-039355b66eb3" providerId="ADAL" clId="{C0BAEBE2-461D-40B4-8ACC-8F62389A4303}" dt="2023-05-04T19:44:02.475" v="495"/>
          <ac:spMkLst>
            <pc:docMk/>
            <pc:sldMk cId="647450852" sldId="279"/>
            <ac:spMk id="1031" creationId="{33F3155B-769C-5F7A-A863-64E49EFB316E}"/>
          </ac:spMkLst>
        </pc:spChg>
        <pc:spChg chg="add del mod">
          <ac:chgData name="Matthew James" userId="f666f108-8a0f-4162-87e7-039355b66eb3" providerId="ADAL" clId="{C0BAEBE2-461D-40B4-8ACC-8F62389A4303}" dt="2023-05-04T19:44:02.475" v="495"/>
          <ac:spMkLst>
            <pc:docMk/>
            <pc:sldMk cId="647450852" sldId="279"/>
            <ac:spMk id="1032" creationId="{A35EE053-A450-B7A6-3C39-0E17EE548071}"/>
          </ac:spMkLst>
        </pc:spChg>
        <pc:spChg chg="add del mod">
          <ac:chgData name="Matthew James" userId="f666f108-8a0f-4162-87e7-039355b66eb3" providerId="ADAL" clId="{C0BAEBE2-461D-40B4-8ACC-8F62389A4303}" dt="2023-05-04T19:44:02.475" v="495"/>
          <ac:spMkLst>
            <pc:docMk/>
            <pc:sldMk cId="647450852" sldId="279"/>
            <ac:spMk id="1033" creationId="{1300376E-B9CF-E182-DAF5-5CB41E1EEC63}"/>
          </ac:spMkLst>
        </pc:spChg>
        <pc:spChg chg="add del mod">
          <ac:chgData name="Matthew James" userId="f666f108-8a0f-4162-87e7-039355b66eb3" providerId="ADAL" clId="{C0BAEBE2-461D-40B4-8ACC-8F62389A4303}" dt="2023-05-04T19:44:02.475" v="495"/>
          <ac:spMkLst>
            <pc:docMk/>
            <pc:sldMk cId="647450852" sldId="279"/>
            <ac:spMk id="1034" creationId="{9AB25477-259E-234E-873E-8CC98BBD8837}"/>
          </ac:spMkLst>
        </pc:spChg>
        <pc:spChg chg="add del mod">
          <ac:chgData name="Matthew James" userId="f666f108-8a0f-4162-87e7-039355b66eb3" providerId="ADAL" clId="{C0BAEBE2-461D-40B4-8ACC-8F62389A4303}" dt="2023-05-04T19:44:02.475" v="495"/>
          <ac:spMkLst>
            <pc:docMk/>
            <pc:sldMk cId="647450852" sldId="279"/>
            <ac:spMk id="1035" creationId="{C3ED6437-FF6F-435A-0CED-150B0471B07D}"/>
          </ac:spMkLst>
        </pc:spChg>
        <pc:spChg chg="add del mod">
          <ac:chgData name="Matthew James" userId="f666f108-8a0f-4162-87e7-039355b66eb3" providerId="ADAL" clId="{C0BAEBE2-461D-40B4-8ACC-8F62389A4303}" dt="2023-05-04T19:44:02.475" v="495"/>
          <ac:spMkLst>
            <pc:docMk/>
            <pc:sldMk cId="647450852" sldId="279"/>
            <ac:spMk id="1036" creationId="{06E52806-60D8-8C4F-7523-68FAF21E345F}"/>
          </ac:spMkLst>
        </pc:spChg>
        <pc:spChg chg="add del mod">
          <ac:chgData name="Matthew James" userId="f666f108-8a0f-4162-87e7-039355b66eb3" providerId="ADAL" clId="{C0BAEBE2-461D-40B4-8ACC-8F62389A4303}" dt="2023-05-04T19:44:02.475" v="495"/>
          <ac:spMkLst>
            <pc:docMk/>
            <pc:sldMk cId="647450852" sldId="279"/>
            <ac:spMk id="1037" creationId="{FB51F743-ECDE-7A06-7707-A837F9A88D4E}"/>
          </ac:spMkLst>
        </pc:spChg>
        <pc:spChg chg="add mod">
          <ac:chgData name="Matthew James" userId="f666f108-8a0f-4162-87e7-039355b66eb3" providerId="ADAL" clId="{C0BAEBE2-461D-40B4-8ACC-8F62389A4303}" dt="2023-05-04T19:44:23.074" v="510" actId="14100"/>
          <ac:spMkLst>
            <pc:docMk/>
            <pc:sldMk cId="647450852" sldId="279"/>
            <ac:spMk id="1038" creationId="{D65DFC28-06F0-E73F-E2B1-18FAD8602744}"/>
          </ac:spMkLst>
        </pc:spChg>
        <pc:spChg chg="add mod">
          <ac:chgData name="Matthew James" userId="f666f108-8a0f-4162-87e7-039355b66eb3" providerId="ADAL" clId="{C0BAEBE2-461D-40B4-8ACC-8F62389A4303}" dt="2023-05-04T19:44:10.968" v="497" actId="1076"/>
          <ac:spMkLst>
            <pc:docMk/>
            <pc:sldMk cId="647450852" sldId="279"/>
            <ac:spMk id="1039" creationId="{B477DF29-4523-233C-B760-597518C4C999}"/>
          </ac:spMkLst>
        </pc:spChg>
        <pc:spChg chg="add mod">
          <ac:chgData name="Matthew James" userId="f666f108-8a0f-4162-87e7-039355b66eb3" providerId="ADAL" clId="{C0BAEBE2-461D-40B4-8ACC-8F62389A4303}" dt="2023-05-04T19:44:10.968" v="497" actId="1076"/>
          <ac:spMkLst>
            <pc:docMk/>
            <pc:sldMk cId="647450852" sldId="279"/>
            <ac:spMk id="1040" creationId="{B18AC610-FE34-5C74-A028-5DE30961546F}"/>
          </ac:spMkLst>
        </pc:spChg>
        <pc:spChg chg="add mod">
          <ac:chgData name="Matthew James" userId="f666f108-8a0f-4162-87e7-039355b66eb3" providerId="ADAL" clId="{C0BAEBE2-461D-40B4-8ACC-8F62389A4303}" dt="2023-05-04T19:44:10.968" v="497" actId="1076"/>
          <ac:spMkLst>
            <pc:docMk/>
            <pc:sldMk cId="647450852" sldId="279"/>
            <ac:spMk id="1041" creationId="{63597C69-0773-F9F5-FE80-D6C767E43857}"/>
          </ac:spMkLst>
        </pc:spChg>
        <pc:spChg chg="add mod">
          <ac:chgData name="Matthew James" userId="f666f108-8a0f-4162-87e7-039355b66eb3" providerId="ADAL" clId="{C0BAEBE2-461D-40B4-8ACC-8F62389A4303}" dt="2023-05-04T19:44:30.735" v="512" actId="207"/>
          <ac:spMkLst>
            <pc:docMk/>
            <pc:sldMk cId="647450852" sldId="279"/>
            <ac:spMk id="1042" creationId="{24C274C2-1EC0-580C-1C02-688D2969D96A}"/>
          </ac:spMkLst>
        </pc:spChg>
        <pc:spChg chg="add mod">
          <ac:chgData name="Matthew James" userId="f666f108-8a0f-4162-87e7-039355b66eb3" providerId="ADAL" clId="{C0BAEBE2-461D-40B4-8ACC-8F62389A4303}" dt="2023-05-04T19:44:10.968" v="497" actId="1076"/>
          <ac:spMkLst>
            <pc:docMk/>
            <pc:sldMk cId="647450852" sldId="279"/>
            <ac:spMk id="1043" creationId="{AD1B744A-40CD-A645-1C15-7AFABD3FB0AA}"/>
          </ac:spMkLst>
        </pc:spChg>
        <pc:spChg chg="add mod">
          <ac:chgData name="Matthew James" userId="f666f108-8a0f-4162-87e7-039355b66eb3" providerId="ADAL" clId="{C0BAEBE2-461D-40B4-8ACC-8F62389A4303}" dt="2023-05-04T19:44:10.968" v="497" actId="1076"/>
          <ac:spMkLst>
            <pc:docMk/>
            <pc:sldMk cId="647450852" sldId="279"/>
            <ac:spMk id="1044" creationId="{F5360B5E-8F91-78A0-03E4-C408DE9730FC}"/>
          </ac:spMkLst>
        </pc:spChg>
        <pc:spChg chg="add mod">
          <ac:chgData name="Matthew James" userId="f666f108-8a0f-4162-87e7-039355b66eb3" providerId="ADAL" clId="{C0BAEBE2-461D-40B4-8ACC-8F62389A4303}" dt="2023-05-04T19:44:10.968" v="497" actId="1076"/>
          <ac:spMkLst>
            <pc:docMk/>
            <pc:sldMk cId="647450852" sldId="279"/>
            <ac:spMk id="1045" creationId="{AA618E10-1A9D-C789-F0C5-60156C2DD24C}"/>
          </ac:spMkLst>
        </pc:spChg>
        <pc:picChg chg="add mod">
          <ac:chgData name="Matthew James" userId="f666f108-8a0f-4162-87e7-039355b66eb3" providerId="ADAL" clId="{C0BAEBE2-461D-40B4-8ACC-8F62389A4303}" dt="2023-05-04T19:35:43.476" v="414" actId="732"/>
          <ac:picMkLst>
            <pc:docMk/>
            <pc:sldMk cId="647450852" sldId="279"/>
            <ac:picMk id="1026" creationId="{DD0F6117-A8D5-3599-ACD1-96A4B76A90AE}"/>
          </ac:picMkLst>
        </pc:picChg>
        <pc:cxnChg chg="add mod">
          <ac:chgData name="Matthew James" userId="f666f108-8a0f-4162-87e7-039355b66eb3" providerId="ADAL" clId="{C0BAEBE2-461D-40B4-8ACC-8F62389A4303}" dt="2023-05-04T19:33:49.144" v="400" actId="207"/>
          <ac:cxnSpMkLst>
            <pc:docMk/>
            <pc:sldMk cId="647450852" sldId="279"/>
            <ac:cxnSpMk id="4" creationId="{8569942B-0241-86B5-0932-6251E44AEBE1}"/>
          </ac:cxnSpMkLst>
        </pc:cxnChg>
        <pc:cxnChg chg="add mod">
          <ac:chgData name="Matthew James" userId="f666f108-8a0f-4162-87e7-039355b66eb3" providerId="ADAL" clId="{C0BAEBE2-461D-40B4-8ACC-8F62389A4303}" dt="2023-05-04T17:47:53.066" v="98" actId="1076"/>
          <ac:cxnSpMkLst>
            <pc:docMk/>
            <pc:sldMk cId="647450852" sldId="279"/>
            <ac:cxnSpMk id="6" creationId="{8311798E-EAB8-B308-B96B-0A655B7FDCC7}"/>
          </ac:cxnSpMkLst>
        </pc:cxnChg>
        <pc:cxnChg chg="add del mod">
          <ac:chgData name="Matthew James" userId="f666f108-8a0f-4162-87e7-039355b66eb3" providerId="ADAL" clId="{C0BAEBE2-461D-40B4-8ACC-8F62389A4303}" dt="2023-05-04T18:30:49.092" v="182" actId="478"/>
          <ac:cxnSpMkLst>
            <pc:docMk/>
            <pc:sldMk cId="647450852" sldId="279"/>
            <ac:cxnSpMk id="21" creationId="{56DAFD1A-C639-B695-91F7-BB4749655F26}"/>
          </ac:cxnSpMkLst>
        </pc:cxnChg>
        <pc:cxnChg chg="add del mod">
          <ac:chgData name="Matthew James" userId="f666f108-8a0f-4162-87e7-039355b66eb3" providerId="ADAL" clId="{C0BAEBE2-461D-40B4-8ACC-8F62389A4303}" dt="2023-05-04T18:30:48.405" v="181" actId="478"/>
          <ac:cxnSpMkLst>
            <pc:docMk/>
            <pc:sldMk cId="647450852" sldId="279"/>
            <ac:cxnSpMk id="22" creationId="{748F8C72-25C9-43FC-12BF-840906567284}"/>
          </ac:cxnSpMkLst>
        </pc:cxnChg>
      </pc:sldChg>
      <pc:sldChg chg="addSp delSp modSp new mod">
        <pc:chgData name="Matthew James" userId="f666f108-8a0f-4162-87e7-039355b66eb3" providerId="ADAL" clId="{C0BAEBE2-461D-40B4-8ACC-8F62389A4303}" dt="2023-05-04T20:36:16.724" v="2092" actId="1076"/>
        <pc:sldMkLst>
          <pc:docMk/>
          <pc:sldMk cId="454192177" sldId="280"/>
        </pc:sldMkLst>
        <pc:spChg chg="mod">
          <ac:chgData name="Matthew James" userId="f666f108-8a0f-4162-87e7-039355b66eb3" providerId="ADAL" clId="{C0BAEBE2-461D-40B4-8ACC-8F62389A4303}" dt="2023-05-04T20:33:07.064" v="2049" actId="403"/>
          <ac:spMkLst>
            <pc:docMk/>
            <pc:sldMk cId="454192177" sldId="280"/>
            <ac:spMk id="2" creationId="{01977B3C-ECA5-EA7C-C657-AF425E5A373D}"/>
          </ac:spMkLst>
        </pc:spChg>
        <pc:spChg chg="mod">
          <ac:chgData name="Matthew James" userId="f666f108-8a0f-4162-87e7-039355b66eb3" providerId="ADAL" clId="{C0BAEBE2-461D-40B4-8ACC-8F62389A4303}" dt="2023-05-04T20:34:24.105" v="2076" actId="20577"/>
          <ac:spMkLst>
            <pc:docMk/>
            <pc:sldMk cId="454192177" sldId="280"/>
            <ac:spMk id="3" creationId="{5D58DEE6-09A8-90DF-0D54-7E91C118B83A}"/>
          </ac:spMkLst>
        </pc:spChg>
        <pc:spChg chg="add del mod">
          <ac:chgData name="Matthew James" userId="f666f108-8a0f-4162-87e7-039355b66eb3" providerId="ADAL" clId="{C0BAEBE2-461D-40B4-8ACC-8F62389A4303}" dt="2023-05-04T20:36:03.574" v="2087" actId="478"/>
          <ac:spMkLst>
            <pc:docMk/>
            <pc:sldMk cId="454192177" sldId="280"/>
            <ac:spMk id="4" creationId="{B3725C2E-BFEA-F865-79C7-4F775CD3C95B}"/>
          </ac:spMkLst>
        </pc:spChg>
        <pc:spChg chg="add del mod">
          <ac:chgData name="Matthew James" userId="f666f108-8a0f-4162-87e7-039355b66eb3" providerId="ADAL" clId="{C0BAEBE2-461D-40B4-8ACC-8F62389A4303}" dt="2023-05-04T20:36:03.574" v="2087" actId="478"/>
          <ac:spMkLst>
            <pc:docMk/>
            <pc:sldMk cId="454192177" sldId="280"/>
            <ac:spMk id="5" creationId="{4DE06896-2609-E8DE-028B-CE2DC9E92ED7}"/>
          </ac:spMkLst>
        </pc:spChg>
        <pc:picChg chg="add mod">
          <ac:chgData name="Matthew James" userId="f666f108-8a0f-4162-87e7-039355b66eb3" providerId="ADAL" clId="{C0BAEBE2-461D-40B4-8ACC-8F62389A4303}" dt="2023-05-04T20:36:16.724" v="2092" actId="1076"/>
          <ac:picMkLst>
            <pc:docMk/>
            <pc:sldMk cId="454192177" sldId="280"/>
            <ac:picMk id="2050" creationId="{43CA6271-C5C6-86B9-ED0D-1C2FB06AEF12}"/>
          </ac:picMkLst>
        </pc:picChg>
      </pc:sldChg>
      <pc:sldChg chg="addSp delSp modSp new del mod">
        <pc:chgData name="Matthew James" userId="f666f108-8a0f-4162-87e7-039355b66eb3" providerId="ADAL" clId="{C0BAEBE2-461D-40B4-8ACC-8F62389A4303}" dt="2023-05-04T19:44:56.414" v="513" actId="47"/>
        <pc:sldMkLst>
          <pc:docMk/>
          <pc:sldMk cId="687720182" sldId="280"/>
        </pc:sldMkLst>
        <pc:spChg chg="del">
          <ac:chgData name="Matthew James" userId="f666f108-8a0f-4162-87e7-039355b66eb3" providerId="ADAL" clId="{C0BAEBE2-461D-40B4-8ACC-8F62389A4303}" dt="2023-05-04T17:46:20.063" v="85" actId="478"/>
          <ac:spMkLst>
            <pc:docMk/>
            <pc:sldMk cId="687720182" sldId="280"/>
            <ac:spMk id="2" creationId="{172CEBCA-EC9F-F2E5-68CC-FC1D34763597}"/>
          </ac:spMkLst>
        </pc:spChg>
        <pc:spChg chg="del">
          <ac:chgData name="Matthew James" userId="f666f108-8a0f-4162-87e7-039355b66eb3" providerId="ADAL" clId="{C0BAEBE2-461D-40B4-8ACC-8F62389A4303}" dt="2023-05-04T17:46:17.565" v="84" actId="478"/>
          <ac:spMkLst>
            <pc:docMk/>
            <pc:sldMk cId="687720182" sldId="280"/>
            <ac:spMk id="3" creationId="{B1FFBAB0-80B4-748D-CED4-2EEEFFE944BC}"/>
          </ac:spMkLst>
        </pc:spChg>
        <pc:picChg chg="add mod modCrop">
          <ac:chgData name="Matthew James" userId="f666f108-8a0f-4162-87e7-039355b66eb3" providerId="ADAL" clId="{C0BAEBE2-461D-40B4-8ACC-8F62389A4303}" dt="2023-05-04T17:45:52.606" v="83" actId="14100"/>
          <ac:picMkLst>
            <pc:docMk/>
            <pc:sldMk cId="687720182" sldId="280"/>
            <ac:picMk id="5" creationId="{E3928466-8524-8C4A-E265-E7B3FEF77892}"/>
          </ac:picMkLst>
        </pc:picChg>
      </pc:sldChg>
      <pc:sldChg chg="modSp new del mod">
        <pc:chgData name="Matthew James" userId="f666f108-8a0f-4162-87e7-039355b66eb3" providerId="ADAL" clId="{C0BAEBE2-461D-40B4-8ACC-8F62389A4303}" dt="2023-05-04T20:33:00.634" v="2047" actId="47"/>
        <pc:sldMkLst>
          <pc:docMk/>
          <pc:sldMk cId="4290993265" sldId="281"/>
        </pc:sldMkLst>
        <pc:spChg chg="mod">
          <ac:chgData name="Matthew James" userId="f666f108-8a0f-4162-87e7-039355b66eb3" providerId="ADAL" clId="{C0BAEBE2-461D-40B4-8ACC-8F62389A4303}" dt="2023-05-04T20:32:52.700" v="2043" actId="27636"/>
          <ac:spMkLst>
            <pc:docMk/>
            <pc:sldMk cId="4290993265" sldId="281"/>
            <ac:spMk id="3" creationId="{67E5D556-1C5C-5156-A5B7-463FBC250B55}"/>
          </ac:spMkLst>
        </pc:spChg>
      </pc:sldChg>
    </pc:docChg>
  </pc:docChgLst>
  <pc:docChgLst>
    <pc:chgData name="Matthew James" userId="f666f108-8a0f-4162-87e7-039355b66eb3" providerId="ADAL" clId="{88B605BA-F585-4ACC-A089-A8A5E1C5A0C5}"/>
    <pc:docChg chg="undo custSel addSld modSld">
      <pc:chgData name="Matthew James" userId="f666f108-8a0f-4162-87e7-039355b66eb3" providerId="ADAL" clId="{88B605BA-F585-4ACC-A089-A8A5E1C5A0C5}" dt="2023-03-03T15:00:41.318" v="366" actId="1076"/>
      <pc:docMkLst>
        <pc:docMk/>
      </pc:docMkLst>
      <pc:sldChg chg="addSp delSp modSp new mod setBg">
        <pc:chgData name="Matthew James" userId="f666f108-8a0f-4162-87e7-039355b66eb3" providerId="ADAL" clId="{88B605BA-F585-4ACC-A089-A8A5E1C5A0C5}" dt="2023-03-03T14:52:14.886" v="244"/>
        <pc:sldMkLst>
          <pc:docMk/>
          <pc:sldMk cId="690484676" sldId="256"/>
        </pc:sldMkLst>
        <pc:spChg chg="mod">
          <ac:chgData name="Matthew James" userId="f666f108-8a0f-4162-87e7-039355b66eb3" providerId="ADAL" clId="{88B605BA-F585-4ACC-A089-A8A5E1C5A0C5}" dt="2023-03-03T14:29:56.796" v="70" actId="20577"/>
          <ac:spMkLst>
            <pc:docMk/>
            <pc:sldMk cId="690484676" sldId="256"/>
            <ac:spMk id="2" creationId="{BDA0B6DE-CBC1-6497-3A1A-3B1F43C29A57}"/>
          </ac:spMkLst>
        </pc:spChg>
        <pc:spChg chg="mod">
          <ac:chgData name="Matthew James" userId="f666f108-8a0f-4162-87e7-039355b66eb3" providerId="ADAL" clId="{88B605BA-F585-4ACC-A089-A8A5E1C5A0C5}" dt="2023-03-03T14:52:14.886" v="244"/>
          <ac:spMkLst>
            <pc:docMk/>
            <pc:sldMk cId="690484676" sldId="256"/>
            <ac:spMk id="3" creationId="{57AFBBB7-5125-5C2B-561F-1E198FEEFA47}"/>
          </ac:spMkLst>
        </pc:spChg>
        <pc:spChg chg="add del">
          <ac:chgData name="Matthew James" userId="f666f108-8a0f-4162-87e7-039355b66eb3" providerId="ADAL" clId="{88B605BA-F585-4ACC-A089-A8A5E1C5A0C5}" dt="2023-03-03T14:28:50.176" v="28" actId="26606"/>
          <ac:spMkLst>
            <pc:docMk/>
            <pc:sldMk cId="690484676" sldId="256"/>
            <ac:spMk id="9" creationId="{BD1CAB03-F6A4-4736-85F6-261056424D9D}"/>
          </ac:spMkLst>
        </pc:spChg>
        <pc:spChg chg="add del">
          <ac:chgData name="Matthew James" userId="f666f108-8a0f-4162-87e7-039355b66eb3" providerId="ADAL" clId="{88B605BA-F585-4ACC-A089-A8A5E1C5A0C5}" dt="2023-03-03T14:28:50.176" v="28" actId="26606"/>
          <ac:spMkLst>
            <pc:docMk/>
            <pc:sldMk cId="690484676" sldId="256"/>
            <ac:spMk id="11" creationId="{3E2321B3-5D47-422E-8DD6-192DA485FF63}"/>
          </ac:spMkLst>
        </pc:spChg>
        <pc:spChg chg="add del">
          <ac:chgData name="Matthew James" userId="f666f108-8a0f-4162-87e7-039355b66eb3" providerId="ADAL" clId="{88B605BA-F585-4ACC-A089-A8A5E1C5A0C5}" dt="2023-03-03T14:28:48.059" v="27" actId="26606"/>
          <ac:spMkLst>
            <pc:docMk/>
            <pc:sldMk cId="690484676" sldId="256"/>
            <ac:spMk id="16" creationId="{BD1CAB03-F6A4-4736-85F6-261056424D9D}"/>
          </ac:spMkLst>
        </pc:spChg>
        <pc:spChg chg="add del">
          <ac:chgData name="Matthew James" userId="f666f108-8a0f-4162-87e7-039355b66eb3" providerId="ADAL" clId="{88B605BA-F585-4ACC-A089-A8A5E1C5A0C5}" dt="2023-03-03T14:28:48.059" v="27" actId="26606"/>
          <ac:spMkLst>
            <pc:docMk/>
            <pc:sldMk cId="690484676" sldId="256"/>
            <ac:spMk id="18" creationId="{3E2321B3-5D47-422E-8DD6-192DA485FF63}"/>
          </ac:spMkLst>
        </pc:spChg>
        <pc:picChg chg="add del">
          <ac:chgData name="Matthew James" userId="f666f108-8a0f-4162-87e7-039355b66eb3" providerId="ADAL" clId="{88B605BA-F585-4ACC-A089-A8A5E1C5A0C5}" dt="2023-03-03T14:28:50.176" v="28" actId="26606"/>
          <ac:picMkLst>
            <pc:docMk/>
            <pc:sldMk cId="690484676" sldId="256"/>
            <ac:picMk id="5" creationId="{022E541F-C822-A1C8-DD16-1AFC9D123644}"/>
          </ac:picMkLst>
        </pc:picChg>
      </pc:sldChg>
      <pc:sldChg chg="modSp new">
        <pc:chgData name="Matthew James" userId="f666f108-8a0f-4162-87e7-039355b66eb3" providerId="ADAL" clId="{88B605BA-F585-4ACC-A089-A8A5E1C5A0C5}" dt="2023-03-03T14:52:14.886" v="244"/>
        <pc:sldMkLst>
          <pc:docMk/>
          <pc:sldMk cId="4186843607" sldId="257"/>
        </pc:sldMkLst>
        <pc:spChg chg="mod">
          <ac:chgData name="Matthew James" userId="f666f108-8a0f-4162-87e7-039355b66eb3" providerId="ADAL" clId="{88B605BA-F585-4ACC-A089-A8A5E1C5A0C5}" dt="2023-03-03T14:52:14.886" v="244"/>
          <ac:spMkLst>
            <pc:docMk/>
            <pc:sldMk cId="4186843607" sldId="257"/>
            <ac:spMk id="2" creationId="{6AF1EE10-20E2-5874-C209-290EFDD449F3}"/>
          </ac:spMkLst>
        </pc:spChg>
        <pc:spChg chg="mod">
          <ac:chgData name="Matthew James" userId="f666f108-8a0f-4162-87e7-039355b66eb3" providerId="ADAL" clId="{88B605BA-F585-4ACC-A089-A8A5E1C5A0C5}" dt="2023-03-03T14:52:14.886" v="244"/>
          <ac:spMkLst>
            <pc:docMk/>
            <pc:sldMk cId="4186843607" sldId="257"/>
            <ac:spMk id="3" creationId="{A1ACAA15-EB54-86B8-0A37-3A59D82EC326}"/>
          </ac:spMkLst>
        </pc:spChg>
      </pc:sldChg>
      <pc:sldChg chg="modSp new mod setBg">
        <pc:chgData name="Matthew James" userId="f666f108-8a0f-4162-87e7-039355b66eb3" providerId="ADAL" clId="{88B605BA-F585-4ACC-A089-A8A5E1C5A0C5}" dt="2023-03-03T14:52:14.886" v="244"/>
        <pc:sldMkLst>
          <pc:docMk/>
          <pc:sldMk cId="1690424485" sldId="258"/>
        </pc:sldMkLst>
        <pc:spChg chg="mod">
          <ac:chgData name="Matthew James" userId="f666f108-8a0f-4162-87e7-039355b66eb3" providerId="ADAL" clId="{88B605BA-F585-4ACC-A089-A8A5E1C5A0C5}" dt="2023-03-03T14:52:14.886" v="244"/>
          <ac:spMkLst>
            <pc:docMk/>
            <pc:sldMk cId="1690424485" sldId="258"/>
            <ac:spMk id="2" creationId="{AF3941A6-FD99-6012-A36D-E5F87317AFFE}"/>
          </ac:spMkLst>
        </pc:spChg>
        <pc:spChg chg="mod">
          <ac:chgData name="Matthew James" userId="f666f108-8a0f-4162-87e7-039355b66eb3" providerId="ADAL" clId="{88B605BA-F585-4ACC-A089-A8A5E1C5A0C5}" dt="2023-03-03T14:28:07.519" v="21" actId="14100"/>
          <ac:spMkLst>
            <pc:docMk/>
            <pc:sldMk cId="1690424485" sldId="258"/>
            <ac:spMk id="3" creationId="{C8875127-79C0-D0DD-4877-AD6D989FD115}"/>
          </ac:spMkLst>
        </pc:spChg>
      </pc:sldChg>
      <pc:sldChg chg="modSp new mod setBg">
        <pc:chgData name="Matthew James" userId="f666f108-8a0f-4162-87e7-039355b66eb3" providerId="ADAL" clId="{88B605BA-F585-4ACC-A089-A8A5E1C5A0C5}" dt="2023-03-03T14:52:14.886" v="244"/>
        <pc:sldMkLst>
          <pc:docMk/>
          <pc:sldMk cId="1616571966" sldId="259"/>
        </pc:sldMkLst>
        <pc:spChg chg="mod">
          <ac:chgData name="Matthew James" userId="f666f108-8a0f-4162-87e7-039355b66eb3" providerId="ADAL" clId="{88B605BA-F585-4ACC-A089-A8A5E1C5A0C5}" dt="2023-03-03T14:52:14.886" v="244"/>
          <ac:spMkLst>
            <pc:docMk/>
            <pc:sldMk cId="1616571966" sldId="259"/>
            <ac:spMk id="2" creationId="{012AB45A-CC4F-C133-C482-08F181E167A3}"/>
          </ac:spMkLst>
        </pc:spChg>
        <pc:spChg chg="mod">
          <ac:chgData name="Matthew James" userId="f666f108-8a0f-4162-87e7-039355b66eb3" providerId="ADAL" clId="{88B605BA-F585-4ACC-A089-A8A5E1C5A0C5}" dt="2023-03-03T14:28:10.754" v="22" actId="1076"/>
          <ac:spMkLst>
            <pc:docMk/>
            <pc:sldMk cId="1616571966" sldId="259"/>
            <ac:spMk id="3" creationId="{2BB01072-987C-8999-6AB6-7C9B9720B0F1}"/>
          </ac:spMkLst>
        </pc:spChg>
      </pc:sldChg>
      <pc:sldChg chg="addSp delSp modSp new mod">
        <pc:chgData name="Matthew James" userId="f666f108-8a0f-4162-87e7-039355b66eb3" providerId="ADAL" clId="{88B605BA-F585-4ACC-A089-A8A5E1C5A0C5}" dt="2023-03-03T14:56:50.400" v="280" actId="1076"/>
        <pc:sldMkLst>
          <pc:docMk/>
          <pc:sldMk cId="1851223333" sldId="260"/>
        </pc:sldMkLst>
        <pc:spChg chg="mod">
          <ac:chgData name="Matthew James" userId="f666f108-8a0f-4162-87e7-039355b66eb3" providerId="ADAL" clId="{88B605BA-F585-4ACC-A089-A8A5E1C5A0C5}" dt="2023-03-03T14:30:27.619" v="88" actId="20577"/>
          <ac:spMkLst>
            <pc:docMk/>
            <pc:sldMk cId="1851223333" sldId="260"/>
            <ac:spMk id="2" creationId="{02CEA645-3D37-6A0B-1B4F-A756B3E47214}"/>
          </ac:spMkLst>
        </pc:spChg>
        <pc:spChg chg="del mod">
          <ac:chgData name="Matthew James" userId="f666f108-8a0f-4162-87e7-039355b66eb3" providerId="ADAL" clId="{88B605BA-F585-4ACC-A089-A8A5E1C5A0C5}" dt="2023-03-03T14:56:26.162" v="278" actId="478"/>
          <ac:spMkLst>
            <pc:docMk/>
            <pc:sldMk cId="1851223333" sldId="260"/>
            <ac:spMk id="3" creationId="{02C765F7-C818-E9D6-AAA5-C2DDF50B402D}"/>
          </ac:spMkLst>
        </pc:spChg>
        <pc:picChg chg="add mod">
          <ac:chgData name="Matthew James" userId="f666f108-8a0f-4162-87e7-039355b66eb3" providerId="ADAL" clId="{88B605BA-F585-4ACC-A089-A8A5E1C5A0C5}" dt="2023-03-03T14:56:50.400" v="280" actId="1076"/>
          <ac:picMkLst>
            <pc:docMk/>
            <pc:sldMk cId="1851223333" sldId="260"/>
            <ac:picMk id="2050" creationId="{BECD79C1-E772-E08F-E4A1-209C9C60317D}"/>
          </ac:picMkLst>
        </pc:picChg>
        <pc:picChg chg="add mod">
          <ac:chgData name="Matthew James" userId="f666f108-8a0f-4162-87e7-039355b66eb3" providerId="ADAL" clId="{88B605BA-F585-4ACC-A089-A8A5E1C5A0C5}" dt="2023-03-03T14:56:50.400" v="280" actId="1076"/>
          <ac:picMkLst>
            <pc:docMk/>
            <pc:sldMk cId="1851223333" sldId="260"/>
            <ac:picMk id="2051" creationId="{E5E4BE3B-9859-4B99-0F45-450995F9FD33}"/>
          </ac:picMkLst>
        </pc:picChg>
        <pc:picChg chg="add mod">
          <ac:chgData name="Matthew James" userId="f666f108-8a0f-4162-87e7-039355b66eb3" providerId="ADAL" clId="{88B605BA-F585-4ACC-A089-A8A5E1C5A0C5}" dt="2023-03-03T14:56:50.400" v="280" actId="1076"/>
          <ac:picMkLst>
            <pc:docMk/>
            <pc:sldMk cId="1851223333" sldId="260"/>
            <ac:picMk id="2052" creationId="{089BCFAC-F272-CD7C-17C3-78211F949A55}"/>
          </ac:picMkLst>
        </pc:picChg>
        <pc:picChg chg="add mod">
          <ac:chgData name="Matthew James" userId="f666f108-8a0f-4162-87e7-039355b66eb3" providerId="ADAL" clId="{88B605BA-F585-4ACC-A089-A8A5E1C5A0C5}" dt="2023-03-03T14:56:50.400" v="280" actId="1076"/>
          <ac:picMkLst>
            <pc:docMk/>
            <pc:sldMk cId="1851223333" sldId="260"/>
            <ac:picMk id="2053" creationId="{DDB617B9-E850-2904-47D6-48065845B029}"/>
          </ac:picMkLst>
        </pc:picChg>
        <pc:picChg chg="add mod">
          <ac:chgData name="Matthew James" userId="f666f108-8a0f-4162-87e7-039355b66eb3" providerId="ADAL" clId="{88B605BA-F585-4ACC-A089-A8A5E1C5A0C5}" dt="2023-03-03T14:56:50.400" v="280" actId="1076"/>
          <ac:picMkLst>
            <pc:docMk/>
            <pc:sldMk cId="1851223333" sldId="260"/>
            <ac:picMk id="2054" creationId="{F59ABF90-3691-FB60-ED22-DCE036D2012D}"/>
          </ac:picMkLst>
        </pc:picChg>
        <pc:picChg chg="add mod">
          <ac:chgData name="Matthew James" userId="f666f108-8a0f-4162-87e7-039355b66eb3" providerId="ADAL" clId="{88B605BA-F585-4ACC-A089-A8A5E1C5A0C5}" dt="2023-03-03T14:56:50.400" v="280" actId="1076"/>
          <ac:picMkLst>
            <pc:docMk/>
            <pc:sldMk cId="1851223333" sldId="260"/>
            <ac:picMk id="2055" creationId="{CB795E0E-7FE6-FAFC-A94C-2CDCBAB65BD6}"/>
          </ac:picMkLst>
        </pc:picChg>
        <pc:picChg chg="add mod">
          <ac:chgData name="Matthew James" userId="f666f108-8a0f-4162-87e7-039355b66eb3" providerId="ADAL" clId="{88B605BA-F585-4ACC-A089-A8A5E1C5A0C5}" dt="2023-03-03T14:56:50.400" v="280" actId="1076"/>
          <ac:picMkLst>
            <pc:docMk/>
            <pc:sldMk cId="1851223333" sldId="260"/>
            <ac:picMk id="2056" creationId="{7B1935ED-9B1A-CF65-9ABC-D25EE1E45FCC}"/>
          </ac:picMkLst>
        </pc:picChg>
        <pc:picChg chg="add mod">
          <ac:chgData name="Matthew James" userId="f666f108-8a0f-4162-87e7-039355b66eb3" providerId="ADAL" clId="{88B605BA-F585-4ACC-A089-A8A5E1C5A0C5}" dt="2023-03-03T14:56:50.400" v="280" actId="1076"/>
          <ac:picMkLst>
            <pc:docMk/>
            <pc:sldMk cId="1851223333" sldId="260"/>
            <ac:picMk id="2057" creationId="{62538B68-5A7E-9996-AE78-FEB529AA86D9}"/>
          </ac:picMkLst>
        </pc:picChg>
        <pc:picChg chg="add mod">
          <ac:chgData name="Matthew James" userId="f666f108-8a0f-4162-87e7-039355b66eb3" providerId="ADAL" clId="{88B605BA-F585-4ACC-A089-A8A5E1C5A0C5}" dt="2023-03-03T14:56:50.400" v="280" actId="1076"/>
          <ac:picMkLst>
            <pc:docMk/>
            <pc:sldMk cId="1851223333" sldId="260"/>
            <ac:picMk id="2058" creationId="{B5BC3221-64BD-6368-A237-975BEE67B5A3}"/>
          </ac:picMkLst>
        </pc:picChg>
        <pc:picChg chg="add mod">
          <ac:chgData name="Matthew James" userId="f666f108-8a0f-4162-87e7-039355b66eb3" providerId="ADAL" clId="{88B605BA-F585-4ACC-A089-A8A5E1C5A0C5}" dt="2023-03-03T14:56:50.400" v="280" actId="1076"/>
          <ac:picMkLst>
            <pc:docMk/>
            <pc:sldMk cId="1851223333" sldId="260"/>
            <ac:picMk id="2059" creationId="{725B90B0-7A7E-757D-B344-44967B2E7677}"/>
          </ac:picMkLst>
        </pc:picChg>
      </pc:sldChg>
      <pc:sldChg chg="addSp delSp modSp new mod">
        <pc:chgData name="Matthew James" userId="f666f108-8a0f-4162-87e7-039355b66eb3" providerId="ADAL" clId="{88B605BA-F585-4ACC-A089-A8A5E1C5A0C5}" dt="2023-03-03T15:00:41.318" v="366" actId="1076"/>
        <pc:sldMkLst>
          <pc:docMk/>
          <pc:sldMk cId="1533320861" sldId="261"/>
        </pc:sldMkLst>
        <pc:spChg chg="mod">
          <ac:chgData name="Matthew James" userId="f666f108-8a0f-4162-87e7-039355b66eb3" providerId="ADAL" clId="{88B605BA-F585-4ACC-A089-A8A5E1C5A0C5}" dt="2023-03-03T14:52:14.886" v="244"/>
          <ac:spMkLst>
            <pc:docMk/>
            <pc:sldMk cId="1533320861" sldId="261"/>
            <ac:spMk id="2" creationId="{EC68AFFA-9C89-F46A-18B7-F35688C59D63}"/>
          </ac:spMkLst>
        </pc:spChg>
        <pc:spChg chg="add del mod">
          <ac:chgData name="Matthew James" userId="f666f108-8a0f-4162-87e7-039355b66eb3" providerId="ADAL" clId="{88B605BA-F585-4ACC-A089-A8A5E1C5A0C5}" dt="2023-03-03T14:57:55.970" v="289" actId="478"/>
          <ac:spMkLst>
            <pc:docMk/>
            <pc:sldMk cId="1533320861" sldId="261"/>
            <ac:spMk id="3" creationId="{382862E1-B2F9-9EC6-5FB2-7971F0BCC4D1}"/>
          </ac:spMkLst>
        </pc:spChg>
        <pc:spChg chg="add del mod">
          <ac:chgData name="Matthew James" userId="f666f108-8a0f-4162-87e7-039355b66eb3" providerId="ADAL" clId="{88B605BA-F585-4ACC-A089-A8A5E1C5A0C5}" dt="2023-03-03T14:58:12.833" v="294" actId="478"/>
          <ac:spMkLst>
            <pc:docMk/>
            <pc:sldMk cId="1533320861" sldId="261"/>
            <ac:spMk id="5" creationId="{6612D2A0-D660-D569-07DA-5485A53AE9CE}"/>
          </ac:spMkLst>
        </pc:spChg>
        <pc:spChg chg="add del mod">
          <ac:chgData name="Matthew James" userId="f666f108-8a0f-4162-87e7-039355b66eb3" providerId="ADAL" clId="{88B605BA-F585-4ACC-A089-A8A5E1C5A0C5}" dt="2023-03-03T14:58:32.865" v="299" actId="478"/>
          <ac:spMkLst>
            <pc:docMk/>
            <pc:sldMk cId="1533320861" sldId="261"/>
            <ac:spMk id="7" creationId="{C65D121A-3450-4F27-F49F-F9E732AEBCC6}"/>
          </ac:spMkLst>
        </pc:spChg>
        <pc:spChg chg="add del">
          <ac:chgData name="Matthew James" userId="f666f108-8a0f-4162-87e7-039355b66eb3" providerId="ADAL" clId="{88B605BA-F585-4ACC-A089-A8A5E1C5A0C5}" dt="2023-03-03T14:58:48.085" v="303" actId="22"/>
          <ac:spMkLst>
            <pc:docMk/>
            <pc:sldMk cId="1533320861" sldId="261"/>
            <ac:spMk id="9" creationId="{25F09044-668D-7856-842F-FA1194F85E5C}"/>
          </ac:spMkLst>
        </pc:spChg>
        <pc:picChg chg="add del mod">
          <ac:chgData name="Matthew James" userId="f666f108-8a0f-4162-87e7-039355b66eb3" providerId="ADAL" clId="{88B605BA-F585-4ACC-A089-A8A5E1C5A0C5}" dt="2023-03-03T14:57:40.084" v="285"/>
          <ac:picMkLst>
            <pc:docMk/>
            <pc:sldMk cId="1533320861" sldId="261"/>
            <ac:picMk id="3074" creationId="{DC9D52E1-6EFE-5733-2917-B13EAE628B2D}"/>
          </ac:picMkLst>
        </pc:picChg>
        <pc:picChg chg="add del mod">
          <ac:chgData name="Matthew James" userId="f666f108-8a0f-4162-87e7-039355b66eb3" providerId="ADAL" clId="{88B605BA-F585-4ACC-A089-A8A5E1C5A0C5}" dt="2023-03-03T14:57:40.084" v="285"/>
          <ac:picMkLst>
            <pc:docMk/>
            <pc:sldMk cId="1533320861" sldId="261"/>
            <ac:picMk id="3075" creationId="{F13590D3-5796-8E6C-7D8C-84D3ECE4C532}"/>
          </ac:picMkLst>
        </pc:picChg>
        <pc:picChg chg="add del mod">
          <ac:chgData name="Matthew James" userId="f666f108-8a0f-4162-87e7-039355b66eb3" providerId="ADAL" clId="{88B605BA-F585-4ACC-A089-A8A5E1C5A0C5}" dt="2023-03-03T14:57:40.084" v="285"/>
          <ac:picMkLst>
            <pc:docMk/>
            <pc:sldMk cId="1533320861" sldId="261"/>
            <ac:picMk id="3076" creationId="{AA10B366-DDF0-B97D-535D-EBE52855D396}"/>
          </ac:picMkLst>
        </pc:picChg>
        <pc:picChg chg="add del mod">
          <ac:chgData name="Matthew James" userId="f666f108-8a0f-4162-87e7-039355b66eb3" providerId="ADAL" clId="{88B605BA-F585-4ACC-A089-A8A5E1C5A0C5}" dt="2023-03-03T14:57:40.084" v="285"/>
          <ac:picMkLst>
            <pc:docMk/>
            <pc:sldMk cId="1533320861" sldId="261"/>
            <ac:picMk id="3077" creationId="{993B3FFD-FB8C-33B6-4A9A-26B948D6A844}"/>
          </ac:picMkLst>
        </pc:picChg>
        <pc:picChg chg="add del">
          <ac:chgData name="Matthew James" userId="f666f108-8a0f-4162-87e7-039355b66eb3" providerId="ADAL" clId="{88B605BA-F585-4ACC-A089-A8A5E1C5A0C5}" dt="2023-03-03T14:57:54.563" v="288"/>
          <ac:picMkLst>
            <pc:docMk/>
            <pc:sldMk cId="1533320861" sldId="261"/>
            <ac:picMk id="3079" creationId="{95D3CA5A-FDCE-2C11-6358-E0BC5B80A807}"/>
          </ac:picMkLst>
        </pc:picChg>
        <pc:picChg chg="add del">
          <ac:chgData name="Matthew James" userId="f666f108-8a0f-4162-87e7-039355b66eb3" providerId="ADAL" clId="{88B605BA-F585-4ACC-A089-A8A5E1C5A0C5}" dt="2023-03-03T14:57:54.563" v="288"/>
          <ac:picMkLst>
            <pc:docMk/>
            <pc:sldMk cId="1533320861" sldId="261"/>
            <ac:picMk id="3080" creationId="{FED1F2F5-2F9F-E741-1641-FE3DA7ECF570}"/>
          </ac:picMkLst>
        </pc:picChg>
        <pc:picChg chg="add del">
          <ac:chgData name="Matthew James" userId="f666f108-8a0f-4162-87e7-039355b66eb3" providerId="ADAL" clId="{88B605BA-F585-4ACC-A089-A8A5E1C5A0C5}" dt="2023-03-03T14:57:54.563" v="288"/>
          <ac:picMkLst>
            <pc:docMk/>
            <pc:sldMk cId="1533320861" sldId="261"/>
            <ac:picMk id="3081" creationId="{111C023E-F604-E944-80B8-9F806936662D}"/>
          </ac:picMkLst>
        </pc:picChg>
        <pc:picChg chg="add del">
          <ac:chgData name="Matthew James" userId="f666f108-8a0f-4162-87e7-039355b66eb3" providerId="ADAL" clId="{88B605BA-F585-4ACC-A089-A8A5E1C5A0C5}" dt="2023-03-03T14:57:54.563" v="288"/>
          <ac:picMkLst>
            <pc:docMk/>
            <pc:sldMk cId="1533320861" sldId="261"/>
            <ac:picMk id="3082" creationId="{45005FD3-DBE0-CA37-5159-166757EBBF36}"/>
          </ac:picMkLst>
        </pc:picChg>
        <pc:picChg chg="add mod">
          <ac:chgData name="Matthew James" userId="f666f108-8a0f-4162-87e7-039355b66eb3" providerId="ADAL" clId="{88B605BA-F585-4ACC-A089-A8A5E1C5A0C5}" dt="2023-03-03T14:58:40.199" v="301" actId="1076"/>
          <ac:picMkLst>
            <pc:docMk/>
            <pc:sldMk cId="1533320861" sldId="261"/>
            <ac:picMk id="3084" creationId="{A42BA0E8-0175-A08D-41AD-2DB26576A050}"/>
          </ac:picMkLst>
        </pc:picChg>
        <pc:picChg chg="add mod">
          <ac:chgData name="Matthew James" userId="f666f108-8a0f-4162-87e7-039355b66eb3" providerId="ADAL" clId="{88B605BA-F585-4ACC-A089-A8A5E1C5A0C5}" dt="2023-03-03T15:00:38.375" v="364" actId="1076"/>
          <ac:picMkLst>
            <pc:docMk/>
            <pc:sldMk cId="1533320861" sldId="261"/>
            <ac:picMk id="3085" creationId="{FD2CA403-4362-7CA5-1C6B-8108ACB5F3DD}"/>
          </ac:picMkLst>
        </pc:picChg>
        <pc:picChg chg="add mod">
          <ac:chgData name="Matthew James" userId="f666f108-8a0f-4162-87e7-039355b66eb3" providerId="ADAL" clId="{88B605BA-F585-4ACC-A089-A8A5E1C5A0C5}" dt="2023-03-03T15:00:39.775" v="365" actId="1076"/>
          <ac:picMkLst>
            <pc:docMk/>
            <pc:sldMk cId="1533320861" sldId="261"/>
            <ac:picMk id="3086" creationId="{3C48919D-B70E-DBB1-251C-48BD7DA6BAFF}"/>
          </ac:picMkLst>
        </pc:picChg>
        <pc:picChg chg="add mod">
          <ac:chgData name="Matthew James" userId="f666f108-8a0f-4162-87e7-039355b66eb3" providerId="ADAL" clId="{88B605BA-F585-4ACC-A089-A8A5E1C5A0C5}" dt="2023-03-03T15:00:41.318" v="366" actId="1076"/>
          <ac:picMkLst>
            <pc:docMk/>
            <pc:sldMk cId="1533320861" sldId="261"/>
            <ac:picMk id="3087" creationId="{FDE867DD-8F54-6ECD-D957-D6FD175F4F96}"/>
          </ac:picMkLst>
        </pc:picChg>
      </pc:sldChg>
      <pc:sldChg chg="addSp delSp modSp new mod">
        <pc:chgData name="Matthew James" userId="f666f108-8a0f-4162-87e7-039355b66eb3" providerId="ADAL" clId="{88B605BA-F585-4ACC-A089-A8A5E1C5A0C5}" dt="2023-03-03T15:00:26.353" v="363" actId="20577"/>
        <pc:sldMkLst>
          <pc:docMk/>
          <pc:sldMk cId="1630608680" sldId="262"/>
        </pc:sldMkLst>
        <pc:spChg chg="mod">
          <ac:chgData name="Matthew James" userId="f666f108-8a0f-4162-87e7-039355b66eb3" providerId="ADAL" clId="{88B605BA-F585-4ACC-A089-A8A5E1C5A0C5}" dt="2023-03-03T14:52:14.886" v="244"/>
          <ac:spMkLst>
            <pc:docMk/>
            <pc:sldMk cId="1630608680" sldId="262"/>
            <ac:spMk id="2" creationId="{54D83234-F928-E2C8-3901-8212B5BEEB95}"/>
          </ac:spMkLst>
        </pc:spChg>
        <pc:spChg chg="del mod">
          <ac:chgData name="Matthew James" userId="f666f108-8a0f-4162-87e7-039355b66eb3" providerId="ADAL" clId="{88B605BA-F585-4ACC-A089-A8A5E1C5A0C5}" dt="2023-03-03T14:59:14.280" v="304" actId="478"/>
          <ac:spMkLst>
            <pc:docMk/>
            <pc:sldMk cId="1630608680" sldId="262"/>
            <ac:spMk id="3" creationId="{2A6ADF8E-4F2A-FBBF-9CBA-D6A0852137B5}"/>
          </ac:spMkLst>
        </pc:spChg>
        <pc:spChg chg="add mod">
          <ac:chgData name="Matthew James" userId="f666f108-8a0f-4162-87e7-039355b66eb3" providerId="ADAL" clId="{88B605BA-F585-4ACC-A089-A8A5E1C5A0C5}" dt="2023-03-03T14:59:58.583" v="329" actId="1076"/>
          <ac:spMkLst>
            <pc:docMk/>
            <pc:sldMk cId="1630608680" sldId="262"/>
            <ac:spMk id="4" creationId="{A1605F65-5253-121F-B6A9-BA15F8B13B2E}"/>
          </ac:spMkLst>
        </pc:spChg>
        <pc:spChg chg="add mod">
          <ac:chgData name="Matthew James" userId="f666f108-8a0f-4162-87e7-039355b66eb3" providerId="ADAL" clId="{88B605BA-F585-4ACC-A089-A8A5E1C5A0C5}" dt="2023-03-03T15:00:09.193" v="342" actId="1076"/>
          <ac:spMkLst>
            <pc:docMk/>
            <pc:sldMk cId="1630608680" sldId="262"/>
            <ac:spMk id="5" creationId="{EF9E7A1C-4C61-D5F7-3B0A-3D46A97A797E}"/>
          </ac:spMkLst>
        </pc:spChg>
        <pc:spChg chg="add mod">
          <ac:chgData name="Matthew James" userId="f666f108-8a0f-4162-87e7-039355b66eb3" providerId="ADAL" clId="{88B605BA-F585-4ACC-A089-A8A5E1C5A0C5}" dt="2023-03-03T15:00:15.385" v="352" actId="20577"/>
          <ac:spMkLst>
            <pc:docMk/>
            <pc:sldMk cId="1630608680" sldId="262"/>
            <ac:spMk id="6" creationId="{E7B464CF-3503-6D3B-B0C9-9FE439FC861D}"/>
          </ac:spMkLst>
        </pc:spChg>
        <pc:spChg chg="add mod">
          <ac:chgData name="Matthew James" userId="f666f108-8a0f-4162-87e7-039355b66eb3" providerId="ADAL" clId="{88B605BA-F585-4ACC-A089-A8A5E1C5A0C5}" dt="2023-03-03T15:00:26.353" v="363" actId="20577"/>
          <ac:spMkLst>
            <pc:docMk/>
            <pc:sldMk cId="1630608680" sldId="262"/>
            <ac:spMk id="7" creationId="{FB96CE74-C18D-B354-DF88-785537C94B51}"/>
          </ac:spMkLst>
        </pc:spChg>
        <pc:picChg chg="add mod">
          <ac:chgData name="Matthew James" userId="f666f108-8a0f-4162-87e7-039355b66eb3" providerId="ADAL" clId="{88B605BA-F585-4ACC-A089-A8A5E1C5A0C5}" dt="2023-03-03T14:59:19.143" v="306" actId="1076"/>
          <ac:picMkLst>
            <pc:docMk/>
            <pc:sldMk cId="1630608680" sldId="262"/>
            <ac:picMk id="4098" creationId="{36F33AA5-E131-9255-AF27-5A8200DB04D4}"/>
          </ac:picMkLst>
        </pc:picChg>
        <pc:picChg chg="add mod">
          <ac:chgData name="Matthew James" userId="f666f108-8a0f-4162-87e7-039355b66eb3" providerId="ADAL" clId="{88B605BA-F585-4ACC-A089-A8A5E1C5A0C5}" dt="2023-03-03T14:59:35.215" v="309" actId="1076"/>
          <ac:picMkLst>
            <pc:docMk/>
            <pc:sldMk cId="1630608680" sldId="262"/>
            <ac:picMk id="4099" creationId="{51C74256-FAA3-8550-2606-9EE2F71CA5D0}"/>
          </ac:picMkLst>
        </pc:picChg>
        <pc:picChg chg="add mod">
          <ac:chgData name="Matthew James" userId="f666f108-8a0f-4162-87e7-039355b66eb3" providerId="ADAL" clId="{88B605BA-F585-4ACC-A089-A8A5E1C5A0C5}" dt="2023-03-03T14:59:33.529" v="308" actId="1076"/>
          <ac:picMkLst>
            <pc:docMk/>
            <pc:sldMk cId="1630608680" sldId="262"/>
            <ac:picMk id="4100" creationId="{D6331A7D-BF45-6558-177B-C1B437477CA4}"/>
          </ac:picMkLst>
        </pc:picChg>
      </pc:sldChg>
      <pc:sldChg chg="addSp delSp modSp new mod">
        <pc:chgData name="Matthew James" userId="f666f108-8a0f-4162-87e7-039355b66eb3" providerId="ADAL" clId="{88B605BA-F585-4ACC-A089-A8A5E1C5A0C5}" dt="2023-03-03T14:55:33.705" v="277" actId="1076"/>
        <pc:sldMkLst>
          <pc:docMk/>
          <pc:sldMk cId="247086847" sldId="263"/>
        </pc:sldMkLst>
        <pc:spChg chg="mod">
          <ac:chgData name="Matthew James" userId="f666f108-8a0f-4162-87e7-039355b66eb3" providerId="ADAL" clId="{88B605BA-F585-4ACC-A089-A8A5E1C5A0C5}" dt="2023-03-03T14:51:19.988" v="235" actId="1076"/>
          <ac:spMkLst>
            <pc:docMk/>
            <pc:sldMk cId="247086847" sldId="263"/>
            <ac:spMk id="2" creationId="{A2475AEC-7FB4-6469-3338-356BD3DBAAFA}"/>
          </ac:spMkLst>
        </pc:spChg>
        <pc:spChg chg="del mod">
          <ac:chgData name="Matthew James" userId="f666f108-8a0f-4162-87e7-039355b66eb3" providerId="ADAL" clId="{88B605BA-F585-4ACC-A089-A8A5E1C5A0C5}" dt="2023-03-03T14:51:15.044" v="234" actId="478"/>
          <ac:spMkLst>
            <pc:docMk/>
            <pc:sldMk cId="247086847" sldId="263"/>
            <ac:spMk id="3" creationId="{AAF40EC6-D9C7-94D2-3017-5DD8E1A8F8EC}"/>
          </ac:spMkLst>
        </pc:spChg>
        <pc:spChg chg="add mod">
          <ac:chgData name="Matthew James" userId="f666f108-8a0f-4162-87e7-039355b66eb3" providerId="ADAL" clId="{88B605BA-F585-4ACC-A089-A8A5E1C5A0C5}" dt="2023-03-03T14:51:54.561" v="236"/>
          <ac:spMkLst>
            <pc:docMk/>
            <pc:sldMk cId="247086847" sldId="263"/>
            <ac:spMk id="5" creationId="{C4746062-63EF-43B4-D11E-5294F1D0114F}"/>
          </ac:spMkLst>
        </pc:spChg>
        <pc:spChg chg="add mod">
          <ac:chgData name="Matthew James" userId="f666f108-8a0f-4162-87e7-039355b66eb3" providerId="ADAL" clId="{88B605BA-F585-4ACC-A089-A8A5E1C5A0C5}" dt="2023-03-03T14:53:59.428" v="265" actId="13822"/>
          <ac:spMkLst>
            <pc:docMk/>
            <pc:sldMk cId="247086847" sldId="263"/>
            <ac:spMk id="6" creationId="{4FCE5723-D308-534A-6949-0920B514B708}"/>
          </ac:spMkLst>
        </pc:spChg>
        <pc:spChg chg="add mod">
          <ac:chgData name="Matthew James" userId="f666f108-8a0f-4162-87e7-039355b66eb3" providerId="ADAL" clId="{88B605BA-F585-4ACC-A089-A8A5E1C5A0C5}" dt="2023-03-03T14:51:54.561" v="236"/>
          <ac:spMkLst>
            <pc:docMk/>
            <pc:sldMk cId="247086847" sldId="263"/>
            <ac:spMk id="8" creationId="{296F4CF5-A1BF-73FA-DDDD-43B3539EACFE}"/>
          </ac:spMkLst>
        </pc:spChg>
        <pc:spChg chg="add mod">
          <ac:chgData name="Matthew James" userId="f666f108-8a0f-4162-87e7-039355b66eb3" providerId="ADAL" clId="{88B605BA-F585-4ACC-A089-A8A5E1C5A0C5}" dt="2023-03-03T14:54:14.228" v="266" actId="13822"/>
          <ac:spMkLst>
            <pc:docMk/>
            <pc:sldMk cId="247086847" sldId="263"/>
            <ac:spMk id="9" creationId="{73EB8367-1289-AE45-5E79-98F31B8371B7}"/>
          </ac:spMkLst>
        </pc:spChg>
        <pc:spChg chg="add mod">
          <ac:chgData name="Matthew James" userId="f666f108-8a0f-4162-87e7-039355b66eb3" providerId="ADAL" clId="{88B605BA-F585-4ACC-A089-A8A5E1C5A0C5}" dt="2023-03-03T14:53:55.660" v="264" actId="13822"/>
          <ac:spMkLst>
            <pc:docMk/>
            <pc:sldMk cId="247086847" sldId="263"/>
            <ac:spMk id="10" creationId="{F589738B-BF52-46F7-3847-2935F27E6468}"/>
          </ac:spMkLst>
        </pc:spChg>
        <pc:spChg chg="add mod">
          <ac:chgData name="Matthew James" userId="f666f108-8a0f-4162-87e7-039355b66eb3" providerId="ADAL" clId="{88B605BA-F585-4ACC-A089-A8A5E1C5A0C5}" dt="2023-03-03T14:53:37.181" v="259" actId="13822"/>
          <ac:spMkLst>
            <pc:docMk/>
            <pc:sldMk cId="247086847" sldId="263"/>
            <ac:spMk id="11" creationId="{ECFF548C-5409-9A34-F8BA-CAFF9FACD864}"/>
          </ac:spMkLst>
        </pc:spChg>
        <pc:spChg chg="add mod">
          <ac:chgData name="Matthew James" userId="f666f108-8a0f-4162-87e7-039355b66eb3" providerId="ADAL" clId="{88B605BA-F585-4ACC-A089-A8A5E1C5A0C5}" dt="2023-03-03T14:54:18.590" v="267" actId="13822"/>
          <ac:spMkLst>
            <pc:docMk/>
            <pc:sldMk cId="247086847" sldId="263"/>
            <ac:spMk id="12" creationId="{ED111E1E-FE4F-D585-DA88-E76474322276}"/>
          </ac:spMkLst>
        </pc:spChg>
        <pc:spChg chg="add mod">
          <ac:chgData name="Matthew James" userId="f666f108-8a0f-4162-87e7-039355b66eb3" providerId="ADAL" clId="{88B605BA-F585-4ACC-A089-A8A5E1C5A0C5}" dt="2023-03-03T14:52:48.300" v="249" actId="13822"/>
          <ac:spMkLst>
            <pc:docMk/>
            <pc:sldMk cId="247086847" sldId="263"/>
            <ac:spMk id="13" creationId="{E1898EF5-42BF-3CE9-6E5E-E42AAB39335C}"/>
          </ac:spMkLst>
        </pc:spChg>
        <pc:spChg chg="add mod">
          <ac:chgData name="Matthew James" userId="f666f108-8a0f-4162-87e7-039355b66eb3" providerId="ADAL" clId="{88B605BA-F585-4ACC-A089-A8A5E1C5A0C5}" dt="2023-03-03T14:53:13.107" v="256" actId="13822"/>
          <ac:spMkLst>
            <pc:docMk/>
            <pc:sldMk cId="247086847" sldId="263"/>
            <ac:spMk id="19" creationId="{2B3FA3F0-6EE0-6D85-F910-2B48EAAF451D}"/>
          </ac:spMkLst>
        </pc:spChg>
        <pc:spChg chg="add mod">
          <ac:chgData name="Matthew James" userId="f666f108-8a0f-4162-87e7-039355b66eb3" providerId="ADAL" clId="{88B605BA-F585-4ACC-A089-A8A5E1C5A0C5}" dt="2023-03-03T14:51:54.561" v="236"/>
          <ac:spMkLst>
            <pc:docMk/>
            <pc:sldMk cId="247086847" sldId="263"/>
            <ac:spMk id="20" creationId="{407246DD-042D-C4E9-A25B-492E166135D7}"/>
          </ac:spMkLst>
        </pc:spChg>
        <pc:spChg chg="add mod">
          <ac:chgData name="Matthew James" userId="f666f108-8a0f-4162-87e7-039355b66eb3" providerId="ADAL" clId="{88B605BA-F585-4ACC-A089-A8A5E1C5A0C5}" dt="2023-03-03T14:53:22.971" v="258" actId="13822"/>
          <ac:spMkLst>
            <pc:docMk/>
            <pc:sldMk cId="247086847" sldId="263"/>
            <ac:spMk id="21" creationId="{5B4709A4-F490-E60A-6499-AC0ED9662FEE}"/>
          </ac:spMkLst>
        </pc:spChg>
        <pc:spChg chg="add mod">
          <ac:chgData name="Matthew James" userId="f666f108-8a0f-4162-87e7-039355b66eb3" providerId="ADAL" clId="{88B605BA-F585-4ACC-A089-A8A5E1C5A0C5}" dt="2023-03-03T14:53:52.437" v="262" actId="13822"/>
          <ac:spMkLst>
            <pc:docMk/>
            <pc:sldMk cId="247086847" sldId="263"/>
            <ac:spMk id="22" creationId="{12075317-7C42-E79A-5705-5749FC2BF461}"/>
          </ac:spMkLst>
        </pc:spChg>
        <pc:spChg chg="add mod">
          <ac:chgData name="Matthew James" userId="f666f108-8a0f-4162-87e7-039355b66eb3" providerId="ADAL" clId="{88B605BA-F585-4ACC-A089-A8A5E1C5A0C5}" dt="2023-03-03T14:53:52.765" v="263" actId="13822"/>
          <ac:spMkLst>
            <pc:docMk/>
            <pc:sldMk cId="247086847" sldId="263"/>
            <ac:spMk id="23" creationId="{F075BD8F-17FE-C918-7B93-36C0B63674EB}"/>
          </ac:spMkLst>
        </pc:spChg>
        <pc:spChg chg="add mod">
          <ac:chgData name="Matthew James" userId="f666f108-8a0f-4162-87e7-039355b66eb3" providerId="ADAL" clId="{88B605BA-F585-4ACC-A089-A8A5E1C5A0C5}" dt="2023-03-03T14:53:05.964" v="254" actId="13822"/>
          <ac:spMkLst>
            <pc:docMk/>
            <pc:sldMk cId="247086847" sldId="263"/>
            <ac:spMk id="24" creationId="{4F3D4441-9FA0-A499-57C5-F91B5BE7F160}"/>
          </ac:spMkLst>
        </pc:spChg>
        <pc:spChg chg="add mod">
          <ac:chgData name="Matthew James" userId="f666f108-8a0f-4162-87e7-039355b66eb3" providerId="ADAL" clId="{88B605BA-F585-4ACC-A089-A8A5E1C5A0C5}" dt="2023-03-03T14:53:03.179" v="253" actId="13822"/>
          <ac:spMkLst>
            <pc:docMk/>
            <pc:sldMk cId="247086847" sldId="263"/>
            <ac:spMk id="26" creationId="{2CF3ABA4-0A17-B904-CA47-8F0A1DE7D465}"/>
          </ac:spMkLst>
        </pc:spChg>
        <pc:grpChg chg="add mod">
          <ac:chgData name="Matthew James" userId="f666f108-8a0f-4162-87e7-039355b66eb3" providerId="ADAL" clId="{88B605BA-F585-4ACC-A089-A8A5E1C5A0C5}" dt="2023-03-03T14:51:56.859" v="237" actId="1076"/>
          <ac:grpSpMkLst>
            <pc:docMk/>
            <pc:sldMk cId="247086847" sldId="263"/>
            <ac:grpSpMk id="4" creationId="{E9D83371-2268-F9C4-AF1A-47190691B13B}"/>
          </ac:grpSpMkLst>
        </pc:grpChg>
        <pc:grpChg chg="add mod">
          <ac:chgData name="Matthew James" userId="f666f108-8a0f-4162-87e7-039355b66eb3" providerId="ADAL" clId="{88B605BA-F585-4ACC-A089-A8A5E1C5A0C5}" dt="2023-03-03T14:51:54.561" v="236"/>
          <ac:grpSpMkLst>
            <pc:docMk/>
            <pc:sldMk cId="247086847" sldId="263"/>
            <ac:grpSpMk id="7" creationId="{639C2296-61F9-9EEB-35DC-339AB4A97F08}"/>
          </ac:grpSpMkLst>
        </pc:grpChg>
        <pc:grpChg chg="add mod">
          <ac:chgData name="Matthew James" userId="f666f108-8a0f-4162-87e7-039355b66eb3" providerId="ADAL" clId="{88B605BA-F585-4ACC-A089-A8A5E1C5A0C5}" dt="2023-03-03T14:51:54.561" v="236"/>
          <ac:grpSpMkLst>
            <pc:docMk/>
            <pc:sldMk cId="247086847" sldId="263"/>
            <ac:grpSpMk id="15" creationId="{B45AC63D-A35D-2B87-0C75-4491950F77A7}"/>
          </ac:grpSpMkLst>
        </pc:grpChg>
        <pc:grpChg chg="add mod">
          <ac:chgData name="Matthew James" userId="f666f108-8a0f-4162-87e7-039355b66eb3" providerId="ADAL" clId="{88B605BA-F585-4ACC-A089-A8A5E1C5A0C5}" dt="2023-03-03T14:51:54.561" v="236"/>
          <ac:grpSpMkLst>
            <pc:docMk/>
            <pc:sldMk cId="247086847" sldId="263"/>
            <ac:grpSpMk id="16" creationId="{746AD702-4149-AD0F-B96C-24B25BA2FCEB}"/>
          </ac:grpSpMkLst>
        </pc:grpChg>
        <pc:grpChg chg="add mod">
          <ac:chgData name="Matthew James" userId="f666f108-8a0f-4162-87e7-039355b66eb3" providerId="ADAL" clId="{88B605BA-F585-4ACC-A089-A8A5E1C5A0C5}" dt="2023-03-03T14:51:54.561" v="236"/>
          <ac:grpSpMkLst>
            <pc:docMk/>
            <pc:sldMk cId="247086847" sldId="263"/>
            <ac:grpSpMk id="17" creationId="{0FDB5769-ACD3-2EFB-A37A-9F57548087E1}"/>
          </ac:grpSpMkLst>
        </pc:grpChg>
        <pc:grpChg chg="add mod">
          <ac:chgData name="Matthew James" userId="f666f108-8a0f-4162-87e7-039355b66eb3" providerId="ADAL" clId="{88B605BA-F585-4ACC-A089-A8A5E1C5A0C5}" dt="2023-03-03T14:51:54.561" v="236"/>
          <ac:grpSpMkLst>
            <pc:docMk/>
            <pc:sldMk cId="247086847" sldId="263"/>
            <ac:grpSpMk id="18" creationId="{388699A5-B5B3-5FFB-6CAB-90D1038774B0}"/>
          </ac:grpSpMkLst>
        </pc:grpChg>
        <pc:picChg chg="add mod">
          <ac:chgData name="Matthew James" userId="f666f108-8a0f-4162-87e7-039355b66eb3" providerId="ADAL" clId="{88B605BA-F585-4ACC-A089-A8A5E1C5A0C5}" dt="2023-03-03T14:55:33.705" v="277" actId="1076"/>
          <ac:picMkLst>
            <pc:docMk/>
            <pc:sldMk cId="247086847" sldId="263"/>
            <ac:picMk id="1026" creationId="{FA81A063-7A03-6069-2AB3-EBD2FA819A3F}"/>
          </ac:picMkLst>
        </pc:picChg>
        <pc:cxnChg chg="add mod">
          <ac:chgData name="Matthew James" userId="f666f108-8a0f-4162-87e7-039355b66eb3" providerId="ADAL" clId="{88B605BA-F585-4ACC-A089-A8A5E1C5A0C5}" dt="2023-03-03T14:52:29.661" v="245" actId="13822"/>
          <ac:cxnSpMkLst>
            <pc:docMk/>
            <pc:sldMk cId="247086847" sldId="263"/>
            <ac:cxnSpMk id="14" creationId="{C2E250BC-9BFF-E1FA-C1DE-C4E6C24DE693}"/>
          </ac:cxnSpMkLst>
        </pc:cxnChg>
        <pc:cxnChg chg="add mod">
          <ac:chgData name="Matthew James" userId="f666f108-8a0f-4162-87e7-039355b66eb3" providerId="ADAL" clId="{88B605BA-F585-4ACC-A089-A8A5E1C5A0C5}" dt="2023-03-03T14:53:08.668" v="255" actId="13822"/>
          <ac:cxnSpMkLst>
            <pc:docMk/>
            <pc:sldMk cId="247086847" sldId="263"/>
            <ac:cxnSpMk id="25" creationId="{484F036A-1949-472B-C73F-9A9053BEC2DF}"/>
          </ac:cxnSpMkLst>
        </pc:cxnChg>
        <pc:cxnChg chg="add mod">
          <ac:chgData name="Matthew James" userId="f666f108-8a0f-4162-87e7-039355b66eb3" providerId="ADAL" clId="{88B605BA-F585-4ACC-A089-A8A5E1C5A0C5}" dt="2023-03-03T14:52:59.644" v="252" actId="13822"/>
          <ac:cxnSpMkLst>
            <pc:docMk/>
            <pc:sldMk cId="247086847" sldId="263"/>
            <ac:cxnSpMk id="27" creationId="{72FA5CD4-2483-E192-A9A9-694E2D052163}"/>
          </ac:cxnSpMkLst>
        </pc:cxnChg>
      </pc:sldChg>
      <pc:sldChg chg="modSp new mod">
        <pc:chgData name="Matthew James" userId="f666f108-8a0f-4162-87e7-039355b66eb3" providerId="ADAL" clId="{88B605BA-F585-4ACC-A089-A8A5E1C5A0C5}" dt="2023-03-03T14:52:14.886" v="244"/>
        <pc:sldMkLst>
          <pc:docMk/>
          <pc:sldMk cId="1380186487" sldId="264"/>
        </pc:sldMkLst>
        <pc:spChg chg="mod">
          <ac:chgData name="Matthew James" userId="f666f108-8a0f-4162-87e7-039355b66eb3" providerId="ADAL" clId="{88B605BA-F585-4ACC-A089-A8A5E1C5A0C5}" dt="2023-03-03T14:52:14.886" v="244"/>
          <ac:spMkLst>
            <pc:docMk/>
            <pc:sldMk cId="1380186487" sldId="264"/>
            <ac:spMk id="2" creationId="{72B7089D-88DF-204B-A2F2-3F3481CD7E20}"/>
          </ac:spMkLst>
        </pc:spChg>
        <pc:spChg chg="mod">
          <ac:chgData name="Matthew James" userId="f666f108-8a0f-4162-87e7-039355b66eb3" providerId="ADAL" clId="{88B605BA-F585-4ACC-A089-A8A5E1C5A0C5}" dt="2023-03-03T14:52:14.886" v="244"/>
          <ac:spMkLst>
            <pc:docMk/>
            <pc:sldMk cId="1380186487" sldId="264"/>
            <ac:spMk id="3" creationId="{ED8C3978-936E-8F3F-8C79-8DFDB4BD3713}"/>
          </ac:spMkLst>
        </pc:spChg>
      </pc:sldChg>
      <pc:sldChg chg="addSp delSp modSp new mod">
        <pc:chgData name="Matthew James" userId="f666f108-8a0f-4162-87e7-039355b66eb3" providerId="ADAL" clId="{88B605BA-F585-4ACC-A089-A8A5E1C5A0C5}" dt="2023-03-03T14:52:14.886" v="244"/>
        <pc:sldMkLst>
          <pc:docMk/>
          <pc:sldMk cId="354202375" sldId="265"/>
        </pc:sldMkLst>
        <pc:spChg chg="mod">
          <ac:chgData name="Matthew James" userId="f666f108-8a0f-4162-87e7-039355b66eb3" providerId="ADAL" clId="{88B605BA-F585-4ACC-A089-A8A5E1C5A0C5}" dt="2023-03-03T14:52:14.886" v="244"/>
          <ac:spMkLst>
            <pc:docMk/>
            <pc:sldMk cId="354202375" sldId="265"/>
            <ac:spMk id="2" creationId="{E1E5995F-0BB3-6256-C49F-D7834B0241B8}"/>
          </ac:spMkLst>
        </pc:spChg>
        <pc:spChg chg="del mod">
          <ac:chgData name="Matthew James" userId="f666f108-8a0f-4162-87e7-039355b66eb3" providerId="ADAL" clId="{88B605BA-F585-4ACC-A089-A8A5E1C5A0C5}" dt="2023-03-03T14:47:02.596" v="142" actId="3680"/>
          <ac:spMkLst>
            <pc:docMk/>
            <pc:sldMk cId="354202375" sldId="265"/>
            <ac:spMk id="3" creationId="{44705957-C4F1-4C20-1183-B6BEB1D01E42}"/>
          </ac:spMkLst>
        </pc:spChg>
        <pc:graphicFrameChg chg="add mod ord modGraphic">
          <ac:chgData name="Matthew James" userId="f666f108-8a0f-4162-87e7-039355b66eb3" providerId="ADAL" clId="{88B605BA-F585-4ACC-A089-A8A5E1C5A0C5}" dt="2023-03-03T14:52:14.886" v="244"/>
          <ac:graphicFrameMkLst>
            <pc:docMk/>
            <pc:sldMk cId="354202375" sldId="265"/>
            <ac:graphicFrameMk id="4" creationId="{5B4E3E37-2088-16E9-0896-452F00249D14}"/>
          </ac:graphicFrameMkLst>
        </pc:graphicFrameChg>
      </pc:sldChg>
    </pc:docChg>
  </pc:docChgLst>
  <pc:docChgLst>
    <pc:chgData name="Matthew James" userId="f666f108-8a0f-4162-87e7-039355b66eb3" providerId="ADAL" clId="{33734E51-A718-487A-B91D-7CF0681CD74E}"/>
    <pc:docChg chg="undo custSel addSld delSld modSld">
      <pc:chgData name="Matthew James" userId="f666f108-8a0f-4162-87e7-039355b66eb3" providerId="ADAL" clId="{33734E51-A718-487A-B91D-7CF0681CD74E}" dt="2023-03-27T20:51:22.407" v="1898" actId="1076"/>
      <pc:docMkLst>
        <pc:docMk/>
      </pc:docMkLst>
      <pc:sldChg chg="modSp add mod modNotesTx">
        <pc:chgData name="Matthew James" userId="f666f108-8a0f-4162-87e7-039355b66eb3" providerId="ADAL" clId="{33734E51-A718-487A-B91D-7CF0681CD74E}" dt="2023-03-27T19:34:43.252" v="935" actId="20577"/>
        <pc:sldMkLst>
          <pc:docMk/>
          <pc:sldMk cId="3153427848" sldId="257"/>
        </pc:sldMkLst>
        <pc:spChg chg="mod">
          <ac:chgData name="Matthew James" userId="f666f108-8a0f-4162-87e7-039355b66eb3" providerId="ADAL" clId="{33734E51-A718-487A-B91D-7CF0681CD74E}" dt="2023-03-27T19:34:21.694" v="859" actId="207"/>
          <ac:spMkLst>
            <pc:docMk/>
            <pc:sldMk cId="3153427848" sldId="257"/>
            <ac:spMk id="2" creationId="{A28FAC13-7E76-CA52-1795-64D782CDD63F}"/>
          </ac:spMkLst>
        </pc:spChg>
        <pc:spChg chg="mod">
          <ac:chgData name="Matthew James" userId="f666f108-8a0f-4162-87e7-039355b66eb3" providerId="ADAL" clId="{33734E51-A718-487A-B91D-7CF0681CD74E}" dt="2023-03-27T19:34:21.694" v="859" actId="207"/>
          <ac:spMkLst>
            <pc:docMk/>
            <pc:sldMk cId="3153427848" sldId="257"/>
            <ac:spMk id="3" creationId="{E658AD10-51E4-F8A4-1F6E-B290B92AB310}"/>
          </ac:spMkLst>
        </pc:spChg>
      </pc:sldChg>
      <pc:sldChg chg="addSp delSp modSp mod">
        <pc:chgData name="Matthew James" userId="f666f108-8a0f-4162-87e7-039355b66eb3" providerId="ADAL" clId="{33734E51-A718-487A-B91D-7CF0681CD74E}" dt="2023-03-13T21:49:37.896" v="496" actId="1076"/>
        <pc:sldMkLst>
          <pc:docMk/>
          <pc:sldMk cId="1851223333" sldId="260"/>
        </pc:sldMkLst>
        <pc:spChg chg="mod">
          <ac:chgData name="Matthew James" userId="f666f108-8a0f-4162-87e7-039355b66eb3" providerId="ADAL" clId="{33734E51-A718-487A-B91D-7CF0681CD74E}" dt="2023-03-13T21:48:12.280" v="473" actId="1076"/>
          <ac:spMkLst>
            <pc:docMk/>
            <pc:sldMk cId="1851223333" sldId="260"/>
            <ac:spMk id="2" creationId="{02CEA645-3D37-6A0B-1B4F-A756B3E47214}"/>
          </ac:spMkLst>
        </pc:spChg>
        <pc:spChg chg="mod">
          <ac:chgData name="Matthew James" userId="f666f108-8a0f-4162-87e7-039355b66eb3" providerId="ADAL" clId="{33734E51-A718-487A-B91D-7CF0681CD74E}" dt="2023-03-13T21:48:19.405" v="474" actId="255"/>
          <ac:spMkLst>
            <pc:docMk/>
            <pc:sldMk cId="1851223333" sldId="260"/>
            <ac:spMk id="16" creationId="{FEA5AA84-5AA2-17C5-A900-CA4A78D83920}"/>
          </ac:spMkLst>
        </pc:spChg>
        <pc:spChg chg="mod">
          <ac:chgData name="Matthew James" userId="f666f108-8a0f-4162-87e7-039355b66eb3" providerId="ADAL" clId="{33734E51-A718-487A-B91D-7CF0681CD74E}" dt="2023-03-13T21:49:37.896" v="496" actId="1076"/>
          <ac:spMkLst>
            <pc:docMk/>
            <pc:sldMk cId="1851223333" sldId="260"/>
            <ac:spMk id="17" creationId="{5CE6C04A-C1E6-96AA-CF3D-13CDA2715B2F}"/>
          </ac:spMkLst>
        </pc:spChg>
        <pc:spChg chg="mod">
          <ac:chgData name="Matthew James" userId="f666f108-8a0f-4162-87e7-039355b66eb3" providerId="ADAL" clId="{33734E51-A718-487A-B91D-7CF0681CD74E}" dt="2023-03-13T21:48:19.405" v="474" actId="255"/>
          <ac:spMkLst>
            <pc:docMk/>
            <pc:sldMk cId="1851223333" sldId="260"/>
            <ac:spMk id="35" creationId="{79880F51-A364-3055-A860-20A9E80B5B88}"/>
          </ac:spMkLst>
        </pc:spChg>
        <pc:spChg chg="mod">
          <ac:chgData name="Matthew James" userId="f666f108-8a0f-4162-87e7-039355b66eb3" providerId="ADAL" clId="{33734E51-A718-487A-B91D-7CF0681CD74E}" dt="2023-03-13T21:49:23.880" v="493" actId="1076"/>
          <ac:spMkLst>
            <pc:docMk/>
            <pc:sldMk cId="1851223333" sldId="260"/>
            <ac:spMk id="36" creationId="{33E4469C-B1CA-0A45-5726-0F9688E268C5}"/>
          </ac:spMkLst>
        </pc:spChg>
        <pc:spChg chg="mod">
          <ac:chgData name="Matthew James" userId="f666f108-8a0f-4162-87e7-039355b66eb3" providerId="ADAL" clId="{33734E51-A718-487A-B91D-7CF0681CD74E}" dt="2023-03-13T21:48:19.405" v="474" actId="255"/>
          <ac:spMkLst>
            <pc:docMk/>
            <pc:sldMk cId="1851223333" sldId="260"/>
            <ac:spMk id="37" creationId="{38DFB40B-323C-6AEC-E51E-18EC382C031B}"/>
          </ac:spMkLst>
        </pc:spChg>
        <pc:spChg chg="mod">
          <ac:chgData name="Matthew James" userId="f666f108-8a0f-4162-87e7-039355b66eb3" providerId="ADAL" clId="{33734E51-A718-487A-B91D-7CF0681CD74E}" dt="2023-03-13T21:48:19.405" v="474" actId="255"/>
          <ac:spMkLst>
            <pc:docMk/>
            <pc:sldMk cId="1851223333" sldId="260"/>
            <ac:spMk id="38" creationId="{C79C4652-C624-A089-A008-E37304CFDA24}"/>
          </ac:spMkLst>
        </pc:spChg>
        <pc:spChg chg="mod">
          <ac:chgData name="Matthew James" userId="f666f108-8a0f-4162-87e7-039355b66eb3" providerId="ADAL" clId="{33734E51-A718-487A-B91D-7CF0681CD74E}" dt="2023-03-13T21:48:19.405" v="474" actId="255"/>
          <ac:spMkLst>
            <pc:docMk/>
            <pc:sldMk cId="1851223333" sldId="260"/>
            <ac:spMk id="2073" creationId="{85C4ECCD-C412-388E-03EC-1BFEFA161B41}"/>
          </ac:spMkLst>
        </pc:spChg>
        <pc:spChg chg="mod">
          <ac:chgData name="Matthew James" userId="f666f108-8a0f-4162-87e7-039355b66eb3" providerId="ADAL" clId="{33734E51-A718-487A-B91D-7CF0681CD74E}" dt="2023-03-13T21:49:34.042" v="495" actId="1076"/>
          <ac:spMkLst>
            <pc:docMk/>
            <pc:sldMk cId="1851223333" sldId="260"/>
            <ac:spMk id="2074" creationId="{5A29E713-741B-9C27-854D-6A96F525FFD1}"/>
          </ac:spMkLst>
        </pc:spChg>
        <pc:spChg chg="mod">
          <ac:chgData name="Matthew James" userId="f666f108-8a0f-4162-87e7-039355b66eb3" providerId="ADAL" clId="{33734E51-A718-487A-B91D-7CF0681CD74E}" dt="2023-03-13T21:49:28.968" v="494" actId="1076"/>
          <ac:spMkLst>
            <pc:docMk/>
            <pc:sldMk cId="1851223333" sldId="260"/>
            <ac:spMk id="2075" creationId="{93FBAD8D-2DCE-C164-F538-F2D9F991057C}"/>
          </ac:spMkLst>
        </pc:spChg>
        <pc:spChg chg="mod">
          <ac:chgData name="Matthew James" userId="f666f108-8a0f-4162-87e7-039355b66eb3" providerId="ADAL" clId="{33734E51-A718-487A-B91D-7CF0681CD74E}" dt="2023-03-13T21:48:19.405" v="474" actId="255"/>
          <ac:spMkLst>
            <pc:docMk/>
            <pc:sldMk cId="1851223333" sldId="260"/>
            <ac:spMk id="2076" creationId="{3668E34E-9E56-22EE-26CB-EA8463FFFD2F}"/>
          </ac:spMkLst>
        </pc:spChg>
        <pc:spChg chg="add del mod">
          <ac:chgData name="Matthew James" userId="f666f108-8a0f-4162-87e7-039355b66eb3" providerId="ADAL" clId="{33734E51-A718-487A-B91D-7CF0681CD74E}" dt="2023-03-13T21:48:19.405" v="474" actId="255"/>
          <ac:spMkLst>
            <pc:docMk/>
            <pc:sldMk cId="1851223333" sldId="260"/>
            <ac:spMk id="2077" creationId="{6CECF2CE-D463-B1CF-6CE6-311B8193092C}"/>
          </ac:spMkLst>
        </pc:spChg>
        <pc:spChg chg="mod">
          <ac:chgData name="Matthew James" userId="f666f108-8a0f-4162-87e7-039355b66eb3" providerId="ADAL" clId="{33734E51-A718-487A-B91D-7CF0681CD74E}" dt="2023-03-13T21:48:19.405" v="474" actId="255"/>
          <ac:spMkLst>
            <pc:docMk/>
            <pc:sldMk cId="1851223333" sldId="260"/>
            <ac:spMk id="2078" creationId="{8A5A1F66-E35E-C607-F19B-8D5AAFD89DD4}"/>
          </ac:spMkLst>
        </pc:spChg>
        <pc:spChg chg="mod">
          <ac:chgData name="Matthew James" userId="f666f108-8a0f-4162-87e7-039355b66eb3" providerId="ADAL" clId="{33734E51-A718-487A-B91D-7CF0681CD74E}" dt="2023-03-13T21:48:25.498" v="475" actId="14100"/>
          <ac:spMkLst>
            <pc:docMk/>
            <pc:sldMk cId="1851223333" sldId="260"/>
            <ac:spMk id="2079" creationId="{11B8C66C-6DF8-0C55-CF5D-5114D6AF3DF5}"/>
          </ac:spMkLst>
        </pc:spChg>
        <pc:spChg chg="mod">
          <ac:chgData name="Matthew James" userId="f666f108-8a0f-4162-87e7-039355b66eb3" providerId="ADAL" clId="{33734E51-A718-487A-B91D-7CF0681CD74E}" dt="2023-03-13T21:48:46.282" v="482" actId="14100"/>
          <ac:spMkLst>
            <pc:docMk/>
            <pc:sldMk cId="1851223333" sldId="260"/>
            <ac:spMk id="2080" creationId="{25CF78CE-F51A-D4F4-F093-657FBBD40DB3}"/>
          </ac:spMkLst>
        </pc:spChg>
        <pc:spChg chg="mod">
          <ac:chgData name="Matthew James" userId="f666f108-8a0f-4162-87e7-039355b66eb3" providerId="ADAL" clId="{33734E51-A718-487A-B91D-7CF0681CD74E}" dt="2023-03-13T21:48:30.962" v="477" actId="14100"/>
          <ac:spMkLst>
            <pc:docMk/>
            <pc:sldMk cId="1851223333" sldId="260"/>
            <ac:spMk id="2081" creationId="{DAE176B9-316F-A3A6-5144-58F6C6B33DB1}"/>
          </ac:spMkLst>
        </pc:spChg>
        <pc:spChg chg="mod">
          <ac:chgData name="Matthew James" userId="f666f108-8a0f-4162-87e7-039355b66eb3" providerId="ADAL" clId="{33734E51-A718-487A-B91D-7CF0681CD74E}" dt="2023-03-13T21:49:11.329" v="489" actId="1076"/>
          <ac:spMkLst>
            <pc:docMk/>
            <pc:sldMk cId="1851223333" sldId="260"/>
            <ac:spMk id="2082" creationId="{7453B24C-83C3-A859-050E-ACC2E452E4A8}"/>
          </ac:spMkLst>
        </pc:spChg>
        <pc:spChg chg="mod">
          <ac:chgData name="Matthew James" userId="f666f108-8a0f-4162-87e7-039355b66eb3" providerId="ADAL" clId="{33734E51-A718-487A-B91D-7CF0681CD74E}" dt="2023-03-13T21:48:19.405" v="474" actId="255"/>
          <ac:spMkLst>
            <pc:docMk/>
            <pc:sldMk cId="1851223333" sldId="260"/>
            <ac:spMk id="2083" creationId="{6C57E32E-95D9-70E0-2DD2-3D477C342154}"/>
          </ac:spMkLst>
        </pc:spChg>
        <pc:picChg chg="mod">
          <ac:chgData name="Matthew James" userId="f666f108-8a0f-4162-87e7-039355b66eb3" providerId="ADAL" clId="{33734E51-A718-487A-B91D-7CF0681CD74E}" dt="2023-03-13T21:48:19.405" v="474" actId="255"/>
          <ac:picMkLst>
            <pc:docMk/>
            <pc:sldMk cId="1851223333" sldId="260"/>
            <ac:picMk id="4" creationId="{AD8C372E-EE9A-E1E8-7981-1F875B9448C8}"/>
          </ac:picMkLst>
        </pc:picChg>
        <pc:picChg chg="mod">
          <ac:chgData name="Matthew James" userId="f666f108-8a0f-4162-87e7-039355b66eb3" providerId="ADAL" clId="{33734E51-A718-487A-B91D-7CF0681CD74E}" dt="2023-03-13T21:48:19.405" v="474" actId="255"/>
          <ac:picMkLst>
            <pc:docMk/>
            <pc:sldMk cId="1851223333" sldId="260"/>
            <ac:picMk id="9" creationId="{8D6DBBDE-A96D-D541-4DC5-AA4381785558}"/>
          </ac:picMkLst>
        </pc:picChg>
        <pc:picChg chg="mod">
          <ac:chgData name="Matthew James" userId="f666f108-8a0f-4162-87e7-039355b66eb3" providerId="ADAL" clId="{33734E51-A718-487A-B91D-7CF0681CD74E}" dt="2023-03-13T21:48:19.405" v="474" actId="255"/>
          <ac:picMkLst>
            <pc:docMk/>
            <pc:sldMk cId="1851223333" sldId="260"/>
            <ac:picMk id="20" creationId="{B4FD056C-A6CF-A3D9-D685-FA56FA307017}"/>
          </ac:picMkLst>
        </pc:picChg>
        <pc:picChg chg="mod">
          <ac:chgData name="Matthew James" userId="f666f108-8a0f-4162-87e7-039355b66eb3" providerId="ADAL" clId="{33734E51-A718-487A-B91D-7CF0681CD74E}" dt="2023-03-13T21:48:19.405" v="474" actId="255"/>
          <ac:picMkLst>
            <pc:docMk/>
            <pc:sldMk cId="1851223333" sldId="260"/>
            <ac:picMk id="21" creationId="{08079BDF-EDFA-526E-A6C7-E2C0FC5FB781}"/>
          </ac:picMkLst>
        </pc:picChg>
        <pc:picChg chg="mod">
          <ac:chgData name="Matthew James" userId="f666f108-8a0f-4162-87e7-039355b66eb3" providerId="ADAL" clId="{33734E51-A718-487A-B91D-7CF0681CD74E}" dt="2023-03-13T21:48:28.298" v="476" actId="14100"/>
          <ac:picMkLst>
            <pc:docMk/>
            <pc:sldMk cId="1851223333" sldId="260"/>
            <ac:picMk id="22" creationId="{E22090D7-2A89-5354-0178-02CE506F19EE}"/>
          </ac:picMkLst>
        </pc:picChg>
        <pc:picChg chg="mod">
          <ac:chgData name="Matthew James" userId="f666f108-8a0f-4162-87e7-039355b66eb3" providerId="ADAL" clId="{33734E51-A718-487A-B91D-7CF0681CD74E}" dt="2023-03-13T21:48:19.405" v="474" actId="255"/>
          <ac:picMkLst>
            <pc:docMk/>
            <pc:sldMk cId="1851223333" sldId="260"/>
            <ac:picMk id="23" creationId="{25618DBE-B9D6-59B7-E3FC-B708C4135816}"/>
          </ac:picMkLst>
        </pc:picChg>
        <pc:picChg chg="mod">
          <ac:chgData name="Matthew James" userId="f666f108-8a0f-4162-87e7-039355b66eb3" providerId="ADAL" clId="{33734E51-A718-487A-B91D-7CF0681CD74E}" dt="2023-03-13T21:48:19.405" v="474" actId="255"/>
          <ac:picMkLst>
            <pc:docMk/>
            <pc:sldMk cId="1851223333" sldId="260"/>
            <ac:picMk id="24" creationId="{3A2D918D-C31D-942F-80C4-057906DC24BF}"/>
          </ac:picMkLst>
        </pc:picChg>
        <pc:picChg chg="mod">
          <ac:chgData name="Matthew James" userId="f666f108-8a0f-4162-87e7-039355b66eb3" providerId="ADAL" clId="{33734E51-A718-487A-B91D-7CF0681CD74E}" dt="2023-03-13T21:48:19.405" v="474" actId="255"/>
          <ac:picMkLst>
            <pc:docMk/>
            <pc:sldMk cId="1851223333" sldId="260"/>
            <ac:picMk id="25" creationId="{EBB03EC5-F469-FF50-D451-F07C603678F2}"/>
          </ac:picMkLst>
        </pc:picChg>
        <pc:picChg chg="add del mod">
          <ac:chgData name="Matthew James" userId="f666f108-8a0f-4162-87e7-039355b66eb3" providerId="ADAL" clId="{33734E51-A718-487A-B91D-7CF0681CD74E}" dt="2023-03-13T21:38:31.454" v="327"/>
          <ac:picMkLst>
            <pc:docMk/>
            <pc:sldMk cId="1851223333" sldId="260"/>
            <ac:picMk id="32" creationId="{67E62D2D-BFA0-0730-26FD-BB5818EF9C65}"/>
          </ac:picMkLst>
        </pc:picChg>
        <pc:picChg chg="mod">
          <ac:chgData name="Matthew James" userId="f666f108-8a0f-4162-87e7-039355b66eb3" providerId="ADAL" clId="{33734E51-A718-487A-B91D-7CF0681CD74E}" dt="2023-03-13T21:48:19.405" v="474" actId="255"/>
          <ac:picMkLst>
            <pc:docMk/>
            <pc:sldMk cId="1851223333" sldId="260"/>
            <ac:picMk id="41" creationId="{B445DBCD-0368-0F28-8150-7070F94A7231}"/>
          </ac:picMkLst>
        </pc:picChg>
        <pc:picChg chg="mod">
          <ac:chgData name="Matthew James" userId="f666f108-8a0f-4162-87e7-039355b66eb3" providerId="ADAL" clId="{33734E51-A718-487A-B91D-7CF0681CD74E}" dt="2023-03-13T21:48:19.405" v="474" actId="255"/>
          <ac:picMkLst>
            <pc:docMk/>
            <pc:sldMk cId="1851223333" sldId="260"/>
            <ac:picMk id="42" creationId="{52C2BD51-B999-BC23-2440-CD3D7E1D3DD8}"/>
          </ac:picMkLst>
        </pc:picChg>
        <pc:picChg chg="mod">
          <ac:chgData name="Matthew James" userId="f666f108-8a0f-4162-87e7-039355b66eb3" providerId="ADAL" clId="{33734E51-A718-487A-B91D-7CF0681CD74E}" dt="2023-03-13T21:48:19.405" v="474" actId="255"/>
          <ac:picMkLst>
            <pc:docMk/>
            <pc:sldMk cId="1851223333" sldId="260"/>
            <ac:picMk id="51" creationId="{BC05AB5F-4252-DB66-65D9-DC07DD40CF16}"/>
          </ac:picMkLst>
        </pc:picChg>
        <pc:picChg chg="mod">
          <ac:chgData name="Matthew James" userId="f666f108-8a0f-4162-87e7-039355b66eb3" providerId="ADAL" clId="{33734E51-A718-487A-B91D-7CF0681CD74E}" dt="2023-03-13T21:48:19.405" v="474" actId="255"/>
          <ac:picMkLst>
            <pc:docMk/>
            <pc:sldMk cId="1851223333" sldId="260"/>
            <ac:picMk id="52" creationId="{2D7DA7F7-1045-741C-6020-BFEF7A7F5664}"/>
          </ac:picMkLst>
        </pc:picChg>
        <pc:picChg chg="mod">
          <ac:chgData name="Matthew James" userId="f666f108-8a0f-4162-87e7-039355b66eb3" providerId="ADAL" clId="{33734E51-A718-487A-B91D-7CF0681CD74E}" dt="2023-03-13T21:48:19.405" v="474" actId="255"/>
          <ac:picMkLst>
            <pc:docMk/>
            <pc:sldMk cId="1851223333" sldId="260"/>
            <ac:picMk id="56" creationId="{48549411-9955-8687-A1A5-11BA43A83EF2}"/>
          </ac:picMkLst>
        </pc:picChg>
        <pc:picChg chg="mod">
          <ac:chgData name="Matthew James" userId="f666f108-8a0f-4162-87e7-039355b66eb3" providerId="ADAL" clId="{33734E51-A718-487A-B91D-7CF0681CD74E}" dt="2023-03-13T21:48:19.405" v="474" actId="255"/>
          <ac:picMkLst>
            <pc:docMk/>
            <pc:sldMk cId="1851223333" sldId="260"/>
            <ac:picMk id="57" creationId="{8212575A-8F3C-91EC-DE12-DD01E09CF2C2}"/>
          </ac:picMkLst>
        </pc:picChg>
        <pc:picChg chg="mod">
          <ac:chgData name="Matthew James" userId="f666f108-8a0f-4162-87e7-039355b66eb3" providerId="ADAL" clId="{33734E51-A718-487A-B91D-7CF0681CD74E}" dt="2023-03-13T21:48:19.405" v="474" actId="255"/>
          <ac:picMkLst>
            <pc:docMk/>
            <pc:sldMk cId="1851223333" sldId="260"/>
            <ac:picMk id="58" creationId="{DF9406BE-CBCA-A72B-DA92-C74ADF75469A}"/>
          </ac:picMkLst>
        </pc:picChg>
        <pc:picChg chg="mod">
          <ac:chgData name="Matthew James" userId="f666f108-8a0f-4162-87e7-039355b66eb3" providerId="ADAL" clId="{33734E51-A718-487A-B91D-7CF0681CD74E}" dt="2023-03-13T21:48:19.405" v="474" actId="255"/>
          <ac:picMkLst>
            <pc:docMk/>
            <pc:sldMk cId="1851223333" sldId="260"/>
            <ac:picMk id="59" creationId="{9997EBDC-CE04-C0B4-654E-9E1EBDD09E2D}"/>
          </ac:picMkLst>
        </pc:picChg>
        <pc:picChg chg="mod">
          <ac:chgData name="Matthew James" userId="f666f108-8a0f-4162-87e7-039355b66eb3" providerId="ADAL" clId="{33734E51-A718-487A-B91D-7CF0681CD74E}" dt="2023-03-13T21:48:19.405" v="474" actId="255"/>
          <ac:picMkLst>
            <pc:docMk/>
            <pc:sldMk cId="1851223333" sldId="260"/>
            <ac:picMk id="60" creationId="{4220DE33-2CA6-00B8-BA6C-4E58D76BD1C6}"/>
          </ac:picMkLst>
        </pc:picChg>
        <pc:picChg chg="mod">
          <ac:chgData name="Matthew James" userId="f666f108-8a0f-4162-87e7-039355b66eb3" providerId="ADAL" clId="{33734E51-A718-487A-B91D-7CF0681CD74E}" dt="2023-03-13T21:48:19.405" v="474" actId="255"/>
          <ac:picMkLst>
            <pc:docMk/>
            <pc:sldMk cId="1851223333" sldId="260"/>
            <ac:picMk id="61" creationId="{6A955FA1-0814-D436-E05D-464825359E4A}"/>
          </ac:picMkLst>
        </pc:picChg>
        <pc:picChg chg="mod">
          <ac:chgData name="Matthew James" userId="f666f108-8a0f-4162-87e7-039355b66eb3" providerId="ADAL" clId="{33734E51-A718-487A-B91D-7CF0681CD74E}" dt="2023-03-13T21:48:34.804" v="478" actId="14100"/>
          <ac:picMkLst>
            <pc:docMk/>
            <pc:sldMk cId="1851223333" sldId="260"/>
            <ac:picMk id="2049" creationId="{B4C7C7BF-65FD-51C9-658B-991FE99E791B}"/>
          </ac:picMkLst>
        </pc:picChg>
        <pc:picChg chg="mod">
          <ac:chgData name="Matthew James" userId="f666f108-8a0f-4162-87e7-039355b66eb3" providerId="ADAL" clId="{33734E51-A718-487A-B91D-7CF0681CD74E}" dt="2023-03-13T21:44:55.163" v="359" actId="1076"/>
          <ac:picMkLst>
            <pc:docMk/>
            <pc:sldMk cId="1851223333" sldId="260"/>
            <ac:picMk id="2052" creationId="{089BCFAC-F272-CD7C-17C3-78211F949A55}"/>
          </ac:picMkLst>
        </pc:picChg>
        <pc:picChg chg="mod">
          <ac:chgData name="Matthew James" userId="f666f108-8a0f-4162-87e7-039355b66eb3" providerId="ADAL" clId="{33734E51-A718-487A-B91D-7CF0681CD74E}" dt="2023-03-13T21:27:36.424" v="193" actId="255"/>
          <ac:picMkLst>
            <pc:docMk/>
            <pc:sldMk cId="1851223333" sldId="260"/>
            <ac:picMk id="2055" creationId="{CB795E0E-7FE6-FAFC-A94C-2CDCBAB65BD6}"/>
          </ac:picMkLst>
        </pc:picChg>
        <pc:picChg chg="del mod">
          <ac:chgData name="Matthew James" userId="f666f108-8a0f-4162-87e7-039355b66eb3" providerId="ADAL" clId="{33734E51-A718-487A-B91D-7CF0681CD74E}" dt="2023-03-13T21:17:19.556" v="103" actId="478"/>
          <ac:picMkLst>
            <pc:docMk/>
            <pc:sldMk cId="1851223333" sldId="260"/>
            <ac:picMk id="2058" creationId="{B5BC3221-64BD-6368-A237-975BEE67B5A3}"/>
          </ac:picMkLst>
        </pc:picChg>
        <pc:picChg chg="del mod">
          <ac:chgData name="Matthew James" userId="f666f108-8a0f-4162-87e7-039355b66eb3" providerId="ADAL" clId="{33734E51-A718-487A-B91D-7CF0681CD74E}" dt="2023-03-13T21:39:15.151" v="338" actId="478"/>
          <ac:picMkLst>
            <pc:docMk/>
            <pc:sldMk cId="1851223333" sldId="260"/>
            <ac:picMk id="2059" creationId="{725B90B0-7A7E-757D-B344-44967B2E7677}"/>
          </ac:picMkLst>
        </pc:picChg>
        <pc:picChg chg="mod">
          <ac:chgData name="Matthew James" userId="f666f108-8a0f-4162-87e7-039355b66eb3" providerId="ADAL" clId="{33734E51-A718-487A-B91D-7CF0681CD74E}" dt="2023-03-13T21:48:37.788" v="479" actId="1076"/>
          <ac:picMkLst>
            <pc:docMk/>
            <pc:sldMk cId="1851223333" sldId="260"/>
            <ac:picMk id="2060" creationId="{3D03B80E-E659-3553-0885-6B99B8D8814D}"/>
          </ac:picMkLst>
        </pc:picChg>
        <pc:picChg chg="mod">
          <ac:chgData name="Matthew James" userId="f666f108-8a0f-4162-87e7-039355b66eb3" providerId="ADAL" clId="{33734E51-A718-487A-B91D-7CF0681CD74E}" dt="2023-03-13T21:48:19.405" v="474" actId="255"/>
          <ac:picMkLst>
            <pc:docMk/>
            <pc:sldMk cId="1851223333" sldId="260"/>
            <ac:picMk id="2061" creationId="{990F3B9D-41B0-58EB-C8B0-CC99D80E0FDA}"/>
          </ac:picMkLst>
        </pc:picChg>
        <pc:picChg chg="mod">
          <ac:chgData name="Matthew James" userId="f666f108-8a0f-4162-87e7-039355b66eb3" providerId="ADAL" clId="{33734E51-A718-487A-B91D-7CF0681CD74E}" dt="2023-03-13T21:49:06.363" v="488" actId="14100"/>
          <ac:picMkLst>
            <pc:docMk/>
            <pc:sldMk cId="1851223333" sldId="260"/>
            <ac:picMk id="2063" creationId="{11A77F6D-1D35-DC8E-2573-E13DCE0B91CB}"/>
          </ac:picMkLst>
        </pc:picChg>
        <pc:picChg chg="mod">
          <ac:chgData name="Matthew James" userId="f666f108-8a0f-4162-87e7-039355b66eb3" providerId="ADAL" clId="{33734E51-A718-487A-B91D-7CF0681CD74E}" dt="2023-03-13T21:48:19.405" v="474" actId="255"/>
          <ac:picMkLst>
            <pc:docMk/>
            <pc:sldMk cId="1851223333" sldId="260"/>
            <ac:picMk id="2084" creationId="{896D75E8-6478-F239-D769-BBC06AE86191}"/>
          </ac:picMkLst>
        </pc:picChg>
        <pc:picChg chg="mod">
          <ac:chgData name="Matthew James" userId="f666f108-8a0f-4162-87e7-039355b66eb3" providerId="ADAL" clId="{33734E51-A718-487A-B91D-7CF0681CD74E}" dt="2023-03-13T21:48:19.405" v="474" actId="255"/>
          <ac:picMkLst>
            <pc:docMk/>
            <pc:sldMk cId="1851223333" sldId="260"/>
            <ac:picMk id="2085" creationId="{9E5546B7-CF8D-C2AD-42B7-8AB5C3855191}"/>
          </ac:picMkLst>
        </pc:picChg>
        <pc:picChg chg="mod">
          <ac:chgData name="Matthew James" userId="f666f108-8a0f-4162-87e7-039355b66eb3" providerId="ADAL" clId="{33734E51-A718-487A-B91D-7CF0681CD74E}" dt="2023-03-13T21:48:19.405" v="474" actId="255"/>
          <ac:picMkLst>
            <pc:docMk/>
            <pc:sldMk cId="1851223333" sldId="260"/>
            <ac:picMk id="2086" creationId="{5F219105-44DE-7E6D-2A26-ECA69F842280}"/>
          </ac:picMkLst>
        </pc:picChg>
        <pc:picChg chg="mod">
          <ac:chgData name="Matthew James" userId="f666f108-8a0f-4162-87e7-039355b66eb3" providerId="ADAL" clId="{33734E51-A718-487A-B91D-7CF0681CD74E}" dt="2023-03-13T21:48:19.405" v="474" actId="255"/>
          <ac:picMkLst>
            <pc:docMk/>
            <pc:sldMk cId="1851223333" sldId="260"/>
            <ac:picMk id="2087" creationId="{62374484-56B2-68C1-F588-916BB0A652CA}"/>
          </ac:picMkLst>
        </pc:picChg>
        <pc:picChg chg="mod">
          <ac:chgData name="Matthew James" userId="f666f108-8a0f-4162-87e7-039355b66eb3" providerId="ADAL" clId="{33734E51-A718-487A-B91D-7CF0681CD74E}" dt="2023-03-13T21:48:19.405" v="474" actId="255"/>
          <ac:picMkLst>
            <pc:docMk/>
            <pc:sldMk cId="1851223333" sldId="260"/>
            <ac:picMk id="2088" creationId="{5718CE55-2D6C-E32D-061F-D1A5E58CFE77}"/>
          </ac:picMkLst>
        </pc:picChg>
        <pc:cxnChg chg="mod">
          <ac:chgData name="Matthew James" userId="f666f108-8a0f-4162-87e7-039355b66eb3" providerId="ADAL" clId="{33734E51-A718-487A-B91D-7CF0681CD74E}" dt="2023-03-13T21:48:19.405" v="474" actId="255"/>
          <ac:cxnSpMkLst>
            <pc:docMk/>
            <pc:sldMk cId="1851223333" sldId="260"/>
            <ac:cxnSpMk id="13" creationId="{AD232B52-D5EE-B753-A394-715DB506F592}"/>
          </ac:cxnSpMkLst>
        </pc:cxnChg>
        <pc:cxnChg chg="mod">
          <ac:chgData name="Matthew James" userId="f666f108-8a0f-4162-87e7-039355b66eb3" providerId="ADAL" clId="{33734E51-A718-487A-B91D-7CF0681CD74E}" dt="2023-03-13T21:48:19.405" v="474" actId="255"/>
          <ac:cxnSpMkLst>
            <pc:docMk/>
            <pc:sldMk cId="1851223333" sldId="260"/>
            <ac:cxnSpMk id="14" creationId="{B52D1AC9-00C9-DD82-A357-8E41D60A4B3B}"/>
          </ac:cxnSpMkLst>
        </pc:cxnChg>
        <pc:cxnChg chg="mod">
          <ac:chgData name="Matthew James" userId="f666f108-8a0f-4162-87e7-039355b66eb3" providerId="ADAL" clId="{33734E51-A718-487A-B91D-7CF0681CD74E}" dt="2023-03-13T21:48:19.405" v="474" actId="255"/>
          <ac:cxnSpMkLst>
            <pc:docMk/>
            <pc:sldMk cId="1851223333" sldId="260"/>
            <ac:cxnSpMk id="26" creationId="{8C38D3B8-435A-2712-D481-EBCD0E1FE313}"/>
          </ac:cxnSpMkLst>
        </pc:cxnChg>
        <pc:cxnChg chg="mod">
          <ac:chgData name="Matthew James" userId="f666f108-8a0f-4162-87e7-039355b66eb3" providerId="ADAL" clId="{33734E51-A718-487A-B91D-7CF0681CD74E}" dt="2023-03-13T21:48:34.804" v="478" actId="14100"/>
          <ac:cxnSpMkLst>
            <pc:docMk/>
            <pc:sldMk cId="1851223333" sldId="260"/>
            <ac:cxnSpMk id="27" creationId="{34D8B9A0-6FBA-8354-5A94-A8F3A0FB7658}"/>
          </ac:cxnSpMkLst>
        </pc:cxnChg>
        <pc:cxnChg chg="mod">
          <ac:chgData name="Matthew James" userId="f666f108-8a0f-4162-87e7-039355b66eb3" providerId="ADAL" clId="{33734E51-A718-487A-B91D-7CF0681CD74E}" dt="2023-03-13T21:48:19.405" v="474" actId="255"/>
          <ac:cxnSpMkLst>
            <pc:docMk/>
            <pc:sldMk cId="1851223333" sldId="260"/>
            <ac:cxnSpMk id="31" creationId="{86EC6EFE-7F95-1A58-EBEF-C023B6E13D84}"/>
          </ac:cxnSpMkLst>
        </pc:cxnChg>
        <pc:cxnChg chg="add mod">
          <ac:chgData name="Matthew James" userId="f666f108-8a0f-4162-87e7-039355b66eb3" providerId="ADAL" clId="{33734E51-A718-487A-B91D-7CF0681CD74E}" dt="2023-03-13T21:49:28.968" v="494" actId="1076"/>
          <ac:cxnSpMkLst>
            <pc:docMk/>
            <pc:sldMk cId="1851223333" sldId="260"/>
            <ac:cxnSpMk id="34" creationId="{8472701D-CFC3-52B6-00AC-C8DFBCE5E7C3}"/>
          </ac:cxnSpMkLst>
        </pc:cxnChg>
        <pc:cxnChg chg="add mod">
          <ac:chgData name="Matthew James" userId="f666f108-8a0f-4162-87e7-039355b66eb3" providerId="ADAL" clId="{33734E51-A718-487A-B91D-7CF0681CD74E}" dt="2023-03-13T21:49:11.329" v="489" actId="1076"/>
          <ac:cxnSpMkLst>
            <pc:docMk/>
            <pc:sldMk cId="1851223333" sldId="260"/>
            <ac:cxnSpMk id="45" creationId="{F551C0CD-CD58-C118-EEE6-B517CD9A6B4F}"/>
          </ac:cxnSpMkLst>
        </pc:cxnChg>
        <pc:cxnChg chg="mod">
          <ac:chgData name="Matthew James" userId="f666f108-8a0f-4162-87e7-039355b66eb3" providerId="ADAL" clId="{33734E51-A718-487A-B91D-7CF0681CD74E}" dt="2023-03-13T21:44:15.314" v="349" actId="1076"/>
          <ac:cxnSpMkLst>
            <pc:docMk/>
            <pc:sldMk cId="1851223333" sldId="260"/>
            <ac:cxnSpMk id="2067" creationId="{7393733F-7781-B8AD-5644-5A6640B90528}"/>
          </ac:cxnSpMkLst>
        </pc:cxnChg>
      </pc:sldChg>
      <pc:sldChg chg="addSp delSp modSp mod">
        <pc:chgData name="Matthew James" userId="f666f108-8a0f-4162-87e7-039355b66eb3" providerId="ADAL" clId="{33734E51-A718-487A-B91D-7CF0681CD74E}" dt="2023-03-27T20:50:56.212" v="1896" actId="14100"/>
        <pc:sldMkLst>
          <pc:docMk/>
          <pc:sldMk cId="1533320861" sldId="261"/>
        </pc:sldMkLst>
        <pc:spChg chg="mod">
          <ac:chgData name="Matthew James" userId="f666f108-8a0f-4162-87e7-039355b66eb3" providerId="ADAL" clId="{33734E51-A718-487A-B91D-7CF0681CD74E}" dt="2023-03-27T20:49:18.808" v="1872" actId="14100"/>
          <ac:spMkLst>
            <pc:docMk/>
            <pc:sldMk cId="1533320861" sldId="261"/>
            <ac:spMk id="2" creationId="{EC68AFFA-9C89-F46A-18B7-F35688C59D63}"/>
          </ac:spMkLst>
        </pc:spChg>
        <pc:spChg chg="del mod">
          <ac:chgData name="Matthew James" userId="f666f108-8a0f-4162-87e7-039355b66eb3" providerId="ADAL" clId="{33734E51-A718-487A-B91D-7CF0681CD74E}" dt="2023-03-27T20:49:08.944" v="1871" actId="478"/>
          <ac:spMkLst>
            <pc:docMk/>
            <pc:sldMk cId="1533320861" sldId="261"/>
            <ac:spMk id="3" creationId="{83499DD7-CB0E-1C8D-CD3D-74C761144D04}"/>
          </ac:spMkLst>
        </pc:spChg>
        <pc:spChg chg="add mod">
          <ac:chgData name="Matthew James" userId="f666f108-8a0f-4162-87e7-039355b66eb3" providerId="ADAL" clId="{33734E51-A718-487A-B91D-7CF0681CD74E}" dt="2023-03-27T20:50:27.339" v="1882" actId="1076"/>
          <ac:spMkLst>
            <pc:docMk/>
            <pc:sldMk cId="1533320861" sldId="261"/>
            <ac:spMk id="13" creationId="{CCB45162-91F8-A8AD-A9FD-A9228A2597E0}"/>
          </ac:spMkLst>
        </pc:spChg>
        <pc:spChg chg="add mod">
          <ac:chgData name="Matthew James" userId="f666f108-8a0f-4162-87e7-039355b66eb3" providerId="ADAL" clId="{33734E51-A718-487A-B91D-7CF0681CD74E}" dt="2023-03-27T20:50:27.339" v="1882" actId="1076"/>
          <ac:spMkLst>
            <pc:docMk/>
            <pc:sldMk cId="1533320861" sldId="261"/>
            <ac:spMk id="14" creationId="{340423DE-5E43-65BF-4E1D-A1920E454907}"/>
          </ac:spMkLst>
        </pc:spChg>
        <pc:spChg chg="add mod">
          <ac:chgData name="Matthew James" userId="f666f108-8a0f-4162-87e7-039355b66eb3" providerId="ADAL" clId="{33734E51-A718-487A-B91D-7CF0681CD74E}" dt="2023-03-27T20:50:27.339" v="1882" actId="1076"/>
          <ac:spMkLst>
            <pc:docMk/>
            <pc:sldMk cId="1533320861" sldId="261"/>
            <ac:spMk id="16" creationId="{BB968E0C-30C4-A6BF-DD16-24599208983C}"/>
          </ac:spMkLst>
        </pc:spChg>
        <pc:spChg chg="add mod">
          <ac:chgData name="Matthew James" userId="f666f108-8a0f-4162-87e7-039355b66eb3" providerId="ADAL" clId="{33734E51-A718-487A-B91D-7CF0681CD74E}" dt="2023-03-27T20:50:27.339" v="1882" actId="1076"/>
          <ac:spMkLst>
            <pc:docMk/>
            <pc:sldMk cId="1533320861" sldId="261"/>
            <ac:spMk id="17" creationId="{8DD879ED-12AB-0EFB-FC3B-2E5125827F35}"/>
          </ac:spMkLst>
        </pc:spChg>
        <pc:spChg chg="add mod">
          <ac:chgData name="Matthew James" userId="f666f108-8a0f-4162-87e7-039355b66eb3" providerId="ADAL" clId="{33734E51-A718-487A-B91D-7CF0681CD74E}" dt="2023-03-27T20:50:27.339" v="1882" actId="1076"/>
          <ac:spMkLst>
            <pc:docMk/>
            <pc:sldMk cId="1533320861" sldId="261"/>
            <ac:spMk id="20" creationId="{54CB269F-5C10-64C9-BCF0-059199C8E124}"/>
          </ac:spMkLst>
        </pc:spChg>
        <pc:spChg chg="add del mod">
          <ac:chgData name="Matthew James" userId="f666f108-8a0f-4162-87e7-039355b66eb3" providerId="ADAL" clId="{33734E51-A718-487A-B91D-7CF0681CD74E}" dt="2023-03-27T20:26:20.537" v="1668" actId="478"/>
          <ac:spMkLst>
            <pc:docMk/>
            <pc:sldMk cId="1533320861" sldId="261"/>
            <ac:spMk id="21" creationId="{661E7129-A5BA-4E6C-5C74-571C28CCF461}"/>
          </ac:spMkLst>
        </pc:spChg>
        <pc:spChg chg="add mod">
          <ac:chgData name="Matthew James" userId="f666f108-8a0f-4162-87e7-039355b66eb3" providerId="ADAL" clId="{33734E51-A718-487A-B91D-7CF0681CD74E}" dt="2023-03-27T20:50:27.339" v="1882" actId="1076"/>
          <ac:spMkLst>
            <pc:docMk/>
            <pc:sldMk cId="1533320861" sldId="261"/>
            <ac:spMk id="22" creationId="{E716BEA8-D192-37C7-884A-8372ED06AB44}"/>
          </ac:spMkLst>
        </pc:spChg>
        <pc:spChg chg="add mod">
          <ac:chgData name="Matthew James" userId="f666f108-8a0f-4162-87e7-039355b66eb3" providerId="ADAL" clId="{33734E51-A718-487A-B91D-7CF0681CD74E}" dt="2023-03-27T20:50:27.339" v="1882" actId="1076"/>
          <ac:spMkLst>
            <pc:docMk/>
            <pc:sldMk cId="1533320861" sldId="261"/>
            <ac:spMk id="23" creationId="{2875A4FD-630B-7E11-3641-6A48B126CEF7}"/>
          </ac:spMkLst>
        </pc:spChg>
        <pc:spChg chg="add mod">
          <ac:chgData name="Matthew James" userId="f666f108-8a0f-4162-87e7-039355b66eb3" providerId="ADAL" clId="{33734E51-A718-487A-B91D-7CF0681CD74E}" dt="2023-03-27T20:50:27.339" v="1882" actId="1076"/>
          <ac:spMkLst>
            <pc:docMk/>
            <pc:sldMk cId="1533320861" sldId="261"/>
            <ac:spMk id="25" creationId="{5F3586AB-9884-3B77-BFD2-9E98CEAD62ED}"/>
          </ac:spMkLst>
        </pc:spChg>
        <pc:spChg chg="add mod">
          <ac:chgData name="Matthew James" userId="f666f108-8a0f-4162-87e7-039355b66eb3" providerId="ADAL" clId="{33734E51-A718-487A-B91D-7CF0681CD74E}" dt="2023-03-27T20:50:27.339" v="1882" actId="1076"/>
          <ac:spMkLst>
            <pc:docMk/>
            <pc:sldMk cId="1533320861" sldId="261"/>
            <ac:spMk id="46" creationId="{73253542-45BB-EEFE-2A37-9ACE722CE3DA}"/>
          </ac:spMkLst>
        </pc:spChg>
        <pc:spChg chg="add mod">
          <ac:chgData name="Matthew James" userId="f666f108-8a0f-4162-87e7-039355b66eb3" providerId="ADAL" clId="{33734E51-A718-487A-B91D-7CF0681CD74E}" dt="2023-03-27T20:50:27.339" v="1882" actId="1076"/>
          <ac:spMkLst>
            <pc:docMk/>
            <pc:sldMk cId="1533320861" sldId="261"/>
            <ac:spMk id="47" creationId="{65BAEFB1-6ECC-0DC0-E651-CD4DD7167629}"/>
          </ac:spMkLst>
        </pc:spChg>
        <pc:spChg chg="add del mod">
          <ac:chgData name="Matthew James" userId="f666f108-8a0f-4162-87e7-039355b66eb3" providerId="ADAL" clId="{33734E51-A718-487A-B91D-7CF0681CD74E}" dt="2023-03-27T20:43:53.723" v="1850" actId="478"/>
          <ac:spMkLst>
            <pc:docMk/>
            <pc:sldMk cId="1533320861" sldId="261"/>
            <ac:spMk id="50" creationId="{25F10F46-3741-7A08-A6EB-8EF7E6C00E28}"/>
          </ac:spMkLst>
        </pc:spChg>
        <pc:spChg chg="add mod">
          <ac:chgData name="Matthew James" userId="f666f108-8a0f-4162-87e7-039355b66eb3" providerId="ADAL" clId="{33734E51-A718-487A-B91D-7CF0681CD74E}" dt="2023-03-27T20:50:27.339" v="1882" actId="1076"/>
          <ac:spMkLst>
            <pc:docMk/>
            <pc:sldMk cId="1533320861" sldId="261"/>
            <ac:spMk id="55" creationId="{02F1310A-C575-9B46-5A60-04330B26C245}"/>
          </ac:spMkLst>
        </pc:spChg>
        <pc:spChg chg="add mod">
          <ac:chgData name="Matthew James" userId="f666f108-8a0f-4162-87e7-039355b66eb3" providerId="ADAL" clId="{33734E51-A718-487A-B91D-7CF0681CD74E}" dt="2023-03-27T20:49:50.870" v="1876" actId="1076"/>
          <ac:spMkLst>
            <pc:docMk/>
            <pc:sldMk cId="1533320861" sldId="261"/>
            <ac:spMk id="58" creationId="{6E1DE4B6-CBA2-2C55-8AB0-AE992E691D65}"/>
          </ac:spMkLst>
        </pc:spChg>
        <pc:spChg chg="add mod">
          <ac:chgData name="Matthew James" userId="f666f108-8a0f-4162-87e7-039355b66eb3" providerId="ADAL" clId="{33734E51-A718-487A-B91D-7CF0681CD74E}" dt="2023-03-27T20:49:50.870" v="1876" actId="1076"/>
          <ac:spMkLst>
            <pc:docMk/>
            <pc:sldMk cId="1533320861" sldId="261"/>
            <ac:spMk id="60" creationId="{8B5FA935-5D82-B2BE-BECC-7AC4611FBF41}"/>
          </ac:spMkLst>
        </pc:spChg>
        <pc:spChg chg="add mod">
          <ac:chgData name="Matthew James" userId="f666f108-8a0f-4162-87e7-039355b66eb3" providerId="ADAL" clId="{33734E51-A718-487A-B91D-7CF0681CD74E}" dt="2023-03-27T20:49:50.870" v="1876" actId="1076"/>
          <ac:spMkLst>
            <pc:docMk/>
            <pc:sldMk cId="1533320861" sldId="261"/>
            <ac:spMk id="61" creationId="{FA2121F0-D8D8-7ED2-5EAE-F56DC9B5AEEC}"/>
          </ac:spMkLst>
        </pc:spChg>
        <pc:spChg chg="add mod">
          <ac:chgData name="Matthew James" userId="f666f108-8a0f-4162-87e7-039355b66eb3" providerId="ADAL" clId="{33734E51-A718-487A-B91D-7CF0681CD74E}" dt="2023-03-27T20:49:50.870" v="1876" actId="1076"/>
          <ac:spMkLst>
            <pc:docMk/>
            <pc:sldMk cId="1533320861" sldId="261"/>
            <ac:spMk id="63" creationId="{927F4FBB-C760-54F3-33F4-B8BE3FC2CAC9}"/>
          </ac:spMkLst>
        </pc:spChg>
        <pc:spChg chg="add mod">
          <ac:chgData name="Matthew James" userId="f666f108-8a0f-4162-87e7-039355b66eb3" providerId="ADAL" clId="{33734E51-A718-487A-B91D-7CF0681CD74E}" dt="2023-03-27T20:49:50.870" v="1876" actId="1076"/>
          <ac:spMkLst>
            <pc:docMk/>
            <pc:sldMk cId="1533320861" sldId="261"/>
            <ac:spMk id="3073" creationId="{5A0DD4EA-0D0E-DFAF-0254-6C60651BD9A8}"/>
          </ac:spMkLst>
        </pc:spChg>
        <pc:spChg chg="add mod">
          <ac:chgData name="Matthew James" userId="f666f108-8a0f-4162-87e7-039355b66eb3" providerId="ADAL" clId="{33734E51-A718-487A-B91D-7CF0681CD74E}" dt="2023-03-27T20:49:50.870" v="1876" actId="1076"/>
          <ac:spMkLst>
            <pc:docMk/>
            <pc:sldMk cId="1533320861" sldId="261"/>
            <ac:spMk id="3076" creationId="{DEDC7F34-1FF4-2A09-B8B5-1049C8201EFE}"/>
          </ac:spMkLst>
        </pc:spChg>
        <pc:spChg chg="add mod">
          <ac:chgData name="Matthew James" userId="f666f108-8a0f-4162-87e7-039355b66eb3" providerId="ADAL" clId="{33734E51-A718-487A-B91D-7CF0681CD74E}" dt="2023-03-27T20:49:50.870" v="1876" actId="1076"/>
          <ac:spMkLst>
            <pc:docMk/>
            <pc:sldMk cId="1533320861" sldId="261"/>
            <ac:spMk id="3077" creationId="{63EC6889-5AE8-4558-28EF-8ADD073B17C2}"/>
          </ac:spMkLst>
        </pc:spChg>
        <pc:spChg chg="add mod">
          <ac:chgData name="Matthew James" userId="f666f108-8a0f-4162-87e7-039355b66eb3" providerId="ADAL" clId="{33734E51-A718-487A-B91D-7CF0681CD74E}" dt="2023-03-27T20:49:50.870" v="1876" actId="1076"/>
          <ac:spMkLst>
            <pc:docMk/>
            <pc:sldMk cId="1533320861" sldId="261"/>
            <ac:spMk id="3092" creationId="{07017229-EEE7-EF50-AE90-F119BAC0CE23}"/>
          </ac:spMkLst>
        </pc:spChg>
        <pc:spChg chg="add mod">
          <ac:chgData name="Matthew James" userId="f666f108-8a0f-4162-87e7-039355b66eb3" providerId="ADAL" clId="{33734E51-A718-487A-B91D-7CF0681CD74E}" dt="2023-03-27T20:49:50.870" v="1876" actId="1076"/>
          <ac:spMkLst>
            <pc:docMk/>
            <pc:sldMk cId="1533320861" sldId="261"/>
            <ac:spMk id="3093" creationId="{329B1DAE-D53E-F764-4E6A-4052156B314C}"/>
          </ac:spMkLst>
        </pc:spChg>
        <pc:spChg chg="add mod">
          <ac:chgData name="Matthew James" userId="f666f108-8a0f-4162-87e7-039355b66eb3" providerId="ADAL" clId="{33734E51-A718-487A-B91D-7CF0681CD74E}" dt="2023-03-27T20:49:50.870" v="1876" actId="1076"/>
          <ac:spMkLst>
            <pc:docMk/>
            <pc:sldMk cId="1533320861" sldId="261"/>
            <ac:spMk id="3094" creationId="{2BBEA4A7-09F0-6571-8A15-56174F2F7C44}"/>
          </ac:spMkLst>
        </pc:spChg>
        <pc:spChg chg="add mod">
          <ac:chgData name="Matthew James" userId="f666f108-8a0f-4162-87e7-039355b66eb3" providerId="ADAL" clId="{33734E51-A718-487A-B91D-7CF0681CD74E}" dt="2023-03-27T20:49:50.870" v="1876" actId="1076"/>
          <ac:spMkLst>
            <pc:docMk/>
            <pc:sldMk cId="1533320861" sldId="261"/>
            <ac:spMk id="3095" creationId="{8DE92DD5-1950-70D8-2DB0-D55DEFA74448}"/>
          </ac:spMkLst>
        </pc:spChg>
        <pc:spChg chg="add mod">
          <ac:chgData name="Matthew James" userId="f666f108-8a0f-4162-87e7-039355b66eb3" providerId="ADAL" clId="{33734E51-A718-487A-B91D-7CF0681CD74E}" dt="2023-03-27T20:49:50.870" v="1876" actId="1076"/>
          <ac:spMkLst>
            <pc:docMk/>
            <pc:sldMk cId="1533320861" sldId="261"/>
            <ac:spMk id="3096" creationId="{95F5F363-FC0E-090F-B6E4-337A0A5DCFE6}"/>
          </ac:spMkLst>
        </pc:spChg>
        <pc:spChg chg="add mod">
          <ac:chgData name="Matthew James" userId="f666f108-8a0f-4162-87e7-039355b66eb3" providerId="ADAL" clId="{33734E51-A718-487A-B91D-7CF0681CD74E}" dt="2023-03-27T20:49:50.870" v="1876" actId="1076"/>
          <ac:spMkLst>
            <pc:docMk/>
            <pc:sldMk cId="1533320861" sldId="261"/>
            <ac:spMk id="3098" creationId="{45BD45BA-58CB-F2E6-FA8B-E83A3F3EDC95}"/>
          </ac:spMkLst>
        </pc:spChg>
        <pc:spChg chg="add mod">
          <ac:chgData name="Matthew James" userId="f666f108-8a0f-4162-87e7-039355b66eb3" providerId="ADAL" clId="{33734E51-A718-487A-B91D-7CF0681CD74E}" dt="2023-03-27T20:49:50.870" v="1876" actId="1076"/>
          <ac:spMkLst>
            <pc:docMk/>
            <pc:sldMk cId="1533320861" sldId="261"/>
            <ac:spMk id="3100" creationId="{30E00807-0407-305A-6004-E8F82A283AE3}"/>
          </ac:spMkLst>
        </pc:spChg>
        <pc:spChg chg="add mod">
          <ac:chgData name="Matthew James" userId="f666f108-8a0f-4162-87e7-039355b66eb3" providerId="ADAL" clId="{33734E51-A718-487A-B91D-7CF0681CD74E}" dt="2023-03-27T20:49:50.870" v="1876" actId="1076"/>
          <ac:spMkLst>
            <pc:docMk/>
            <pc:sldMk cId="1533320861" sldId="261"/>
            <ac:spMk id="3103" creationId="{3A37E9B4-3292-EE83-BEF5-85191ED01201}"/>
          </ac:spMkLst>
        </pc:spChg>
        <pc:spChg chg="add mod">
          <ac:chgData name="Matthew James" userId="f666f108-8a0f-4162-87e7-039355b66eb3" providerId="ADAL" clId="{33734E51-A718-487A-B91D-7CF0681CD74E}" dt="2023-03-27T20:50:38.311" v="1889" actId="1076"/>
          <ac:spMkLst>
            <pc:docMk/>
            <pc:sldMk cId="1533320861" sldId="261"/>
            <ac:spMk id="3113" creationId="{15127E6C-128B-0F5B-19CC-7A15A900E66C}"/>
          </ac:spMkLst>
        </pc:spChg>
        <pc:picChg chg="add del mod">
          <ac:chgData name="Matthew James" userId="f666f108-8a0f-4162-87e7-039355b66eb3" providerId="ADAL" clId="{33734E51-A718-487A-B91D-7CF0681CD74E}" dt="2023-03-27T20:26:22.517" v="1669" actId="478"/>
          <ac:picMkLst>
            <pc:docMk/>
            <pc:sldMk cId="1533320861" sldId="261"/>
            <ac:picMk id="4" creationId="{75F725AA-9B9E-00E1-3DF3-4DB0E3328096}"/>
          </ac:picMkLst>
        </pc:picChg>
        <pc:picChg chg="add mod">
          <ac:chgData name="Matthew James" userId="f666f108-8a0f-4162-87e7-039355b66eb3" providerId="ADAL" clId="{33734E51-A718-487A-B91D-7CF0681CD74E}" dt="2023-03-27T20:50:27.339" v="1882" actId="1076"/>
          <ac:picMkLst>
            <pc:docMk/>
            <pc:sldMk cId="1533320861" sldId="261"/>
            <ac:picMk id="5" creationId="{02EA3675-BF60-CA53-983F-47D540FB9969}"/>
          </ac:picMkLst>
        </pc:picChg>
        <pc:picChg chg="add mod">
          <ac:chgData name="Matthew James" userId="f666f108-8a0f-4162-87e7-039355b66eb3" providerId="ADAL" clId="{33734E51-A718-487A-B91D-7CF0681CD74E}" dt="2023-03-27T20:50:56.212" v="1896" actId="14100"/>
          <ac:picMkLst>
            <pc:docMk/>
            <pc:sldMk cId="1533320861" sldId="261"/>
            <ac:picMk id="6" creationId="{FDCABDF0-9374-F43F-BC70-78846978987B}"/>
          </ac:picMkLst>
        </pc:picChg>
        <pc:picChg chg="add mod">
          <ac:chgData name="Matthew James" userId="f666f108-8a0f-4162-87e7-039355b66eb3" providerId="ADAL" clId="{33734E51-A718-487A-B91D-7CF0681CD74E}" dt="2023-03-27T20:50:51.431" v="1894" actId="1076"/>
          <ac:picMkLst>
            <pc:docMk/>
            <pc:sldMk cId="1533320861" sldId="261"/>
            <ac:picMk id="7" creationId="{0D854429-8BFA-DC26-A1CD-11406A5EC89A}"/>
          </ac:picMkLst>
        </pc:picChg>
        <pc:picChg chg="add mod">
          <ac:chgData name="Matthew James" userId="f666f108-8a0f-4162-87e7-039355b66eb3" providerId="ADAL" clId="{33734E51-A718-487A-B91D-7CF0681CD74E}" dt="2023-03-27T20:50:49.331" v="1893" actId="1076"/>
          <ac:picMkLst>
            <pc:docMk/>
            <pc:sldMk cId="1533320861" sldId="261"/>
            <ac:picMk id="8" creationId="{0BDF3E24-A88D-8921-DB98-54873EB8D6A4}"/>
          </ac:picMkLst>
        </pc:picChg>
        <pc:picChg chg="add del mod">
          <ac:chgData name="Matthew James" userId="f666f108-8a0f-4162-87e7-039355b66eb3" providerId="ADAL" clId="{33734E51-A718-487A-B91D-7CF0681CD74E}" dt="2023-03-27T20:50:43.512" v="1890" actId="478"/>
          <ac:picMkLst>
            <pc:docMk/>
            <pc:sldMk cId="1533320861" sldId="261"/>
            <ac:picMk id="9" creationId="{8FC26A70-5C9D-727F-90C2-563B626D213E}"/>
          </ac:picMkLst>
        </pc:picChg>
        <pc:picChg chg="add mod">
          <ac:chgData name="Matthew James" userId="f666f108-8a0f-4162-87e7-039355b66eb3" providerId="ADAL" clId="{33734E51-A718-487A-B91D-7CF0681CD74E}" dt="2023-03-27T20:50:27.339" v="1882" actId="1076"/>
          <ac:picMkLst>
            <pc:docMk/>
            <pc:sldMk cId="1533320861" sldId="261"/>
            <ac:picMk id="10" creationId="{16CDD8D3-ACC5-1DD0-D0B6-E1607173E32F}"/>
          </ac:picMkLst>
        </pc:picChg>
        <pc:picChg chg="add mod">
          <ac:chgData name="Matthew James" userId="f666f108-8a0f-4162-87e7-039355b66eb3" providerId="ADAL" clId="{33734E51-A718-487A-B91D-7CF0681CD74E}" dt="2023-03-27T20:50:27.339" v="1882" actId="1076"/>
          <ac:picMkLst>
            <pc:docMk/>
            <pc:sldMk cId="1533320861" sldId="261"/>
            <ac:picMk id="11" creationId="{BF273560-FAE2-F051-4271-FE0E58AF99B3}"/>
          </ac:picMkLst>
        </pc:picChg>
        <pc:picChg chg="add mod">
          <ac:chgData name="Matthew James" userId="f666f108-8a0f-4162-87e7-039355b66eb3" providerId="ADAL" clId="{33734E51-A718-487A-B91D-7CF0681CD74E}" dt="2023-03-27T20:50:27.339" v="1882" actId="1076"/>
          <ac:picMkLst>
            <pc:docMk/>
            <pc:sldMk cId="1533320861" sldId="261"/>
            <ac:picMk id="12" creationId="{5053F830-8D67-7881-802D-E8B415C1A017}"/>
          </ac:picMkLst>
        </pc:picChg>
        <pc:picChg chg="add del mod">
          <ac:chgData name="Matthew James" userId="f666f108-8a0f-4162-87e7-039355b66eb3" providerId="ADAL" clId="{33734E51-A718-487A-B91D-7CF0681CD74E}" dt="2023-03-27T18:30:03.338" v="582"/>
          <ac:picMkLst>
            <pc:docMk/>
            <pc:sldMk cId="1533320861" sldId="261"/>
            <ac:picMk id="15" creationId="{5F20C7B5-47FB-A0E9-3BB1-096680B6C293}"/>
          </ac:picMkLst>
        </pc:picChg>
        <pc:picChg chg="add del mod">
          <ac:chgData name="Matthew James" userId="f666f108-8a0f-4162-87e7-039355b66eb3" providerId="ADAL" clId="{33734E51-A718-487A-B91D-7CF0681CD74E}" dt="2023-03-27T18:36:06.961" v="617" actId="478"/>
          <ac:picMkLst>
            <pc:docMk/>
            <pc:sldMk cId="1533320861" sldId="261"/>
            <ac:picMk id="18" creationId="{EDA9E770-0926-B930-2D42-61874BD13CFD}"/>
          </ac:picMkLst>
        </pc:picChg>
        <pc:picChg chg="add del mod">
          <ac:chgData name="Matthew James" userId="f666f108-8a0f-4162-87e7-039355b66eb3" providerId="ADAL" clId="{33734E51-A718-487A-B91D-7CF0681CD74E}" dt="2023-03-27T18:36:12.745" v="620" actId="478"/>
          <ac:picMkLst>
            <pc:docMk/>
            <pc:sldMk cId="1533320861" sldId="261"/>
            <ac:picMk id="19" creationId="{CF2A6056-6D8C-9A7C-B8A1-93831E0CBE34}"/>
          </ac:picMkLst>
        </pc:picChg>
        <pc:picChg chg="add mod">
          <ac:chgData name="Matthew James" userId="f666f108-8a0f-4162-87e7-039355b66eb3" providerId="ADAL" clId="{33734E51-A718-487A-B91D-7CF0681CD74E}" dt="2023-03-27T20:50:27.339" v="1882" actId="1076"/>
          <ac:picMkLst>
            <pc:docMk/>
            <pc:sldMk cId="1533320861" sldId="261"/>
            <ac:picMk id="24" creationId="{4BC38C3E-45B0-00EE-C8CE-68EA4740A899}"/>
          </ac:picMkLst>
        </pc:picChg>
        <pc:picChg chg="add mod">
          <ac:chgData name="Matthew James" userId="f666f108-8a0f-4162-87e7-039355b66eb3" providerId="ADAL" clId="{33734E51-A718-487A-B91D-7CF0681CD74E}" dt="2023-03-27T20:49:50.870" v="1876" actId="1076"/>
          <ac:picMkLst>
            <pc:docMk/>
            <pc:sldMk cId="1533320861" sldId="261"/>
            <ac:picMk id="56" creationId="{F50DB213-5E15-5AC2-CA1A-56970D05D151}"/>
          </ac:picMkLst>
        </pc:picChg>
        <pc:picChg chg="add mod">
          <ac:chgData name="Matthew James" userId="f666f108-8a0f-4162-87e7-039355b66eb3" providerId="ADAL" clId="{33734E51-A718-487A-B91D-7CF0681CD74E}" dt="2023-03-27T20:49:50.870" v="1876" actId="1076"/>
          <ac:picMkLst>
            <pc:docMk/>
            <pc:sldMk cId="1533320861" sldId="261"/>
            <ac:picMk id="57" creationId="{BC547690-5540-C570-D1BC-CEFD43BBECFB}"/>
          </ac:picMkLst>
        </pc:picChg>
        <pc:picChg chg="add mod">
          <ac:chgData name="Matthew James" userId="f666f108-8a0f-4162-87e7-039355b66eb3" providerId="ADAL" clId="{33734E51-A718-487A-B91D-7CF0681CD74E}" dt="2023-03-27T20:49:50.870" v="1876" actId="1076"/>
          <ac:picMkLst>
            <pc:docMk/>
            <pc:sldMk cId="1533320861" sldId="261"/>
            <ac:picMk id="59" creationId="{BDE6F227-F94A-060B-CB47-357265F17B8D}"/>
          </ac:picMkLst>
        </pc:picChg>
        <pc:picChg chg="add mod">
          <ac:chgData name="Matthew James" userId="f666f108-8a0f-4162-87e7-039355b66eb3" providerId="ADAL" clId="{33734E51-A718-487A-B91D-7CF0681CD74E}" dt="2023-03-27T20:49:50.870" v="1876" actId="1076"/>
          <ac:picMkLst>
            <pc:docMk/>
            <pc:sldMk cId="1533320861" sldId="261"/>
            <ac:picMk id="62" creationId="{AC186E64-69D6-894D-717E-BDBD5304B4C1}"/>
          </ac:picMkLst>
        </pc:picChg>
        <pc:picChg chg="add mod">
          <ac:chgData name="Matthew James" userId="f666f108-8a0f-4162-87e7-039355b66eb3" providerId="ADAL" clId="{33734E51-A718-487A-B91D-7CF0681CD74E}" dt="2023-03-27T20:49:50.870" v="1876" actId="1076"/>
          <ac:picMkLst>
            <pc:docMk/>
            <pc:sldMk cId="1533320861" sldId="261"/>
            <ac:picMk id="3072" creationId="{D2DE7CFE-ACFB-6E3C-864B-FE2B6E5D4772}"/>
          </ac:picMkLst>
        </pc:picChg>
        <pc:picChg chg="add mod">
          <ac:chgData name="Matthew James" userId="f666f108-8a0f-4162-87e7-039355b66eb3" providerId="ADAL" clId="{33734E51-A718-487A-B91D-7CF0681CD74E}" dt="2023-03-27T20:49:50.870" v="1876" actId="1076"/>
          <ac:picMkLst>
            <pc:docMk/>
            <pc:sldMk cId="1533320861" sldId="261"/>
            <ac:picMk id="3074" creationId="{A27950E1-C26B-499B-E527-CD195EF45A0A}"/>
          </ac:picMkLst>
        </pc:picChg>
        <pc:picChg chg="add mod">
          <ac:chgData name="Matthew James" userId="f666f108-8a0f-4162-87e7-039355b66eb3" providerId="ADAL" clId="{33734E51-A718-487A-B91D-7CF0681CD74E}" dt="2023-03-27T20:49:50.870" v="1876" actId="1076"/>
          <ac:picMkLst>
            <pc:docMk/>
            <pc:sldMk cId="1533320861" sldId="261"/>
            <ac:picMk id="3075" creationId="{71C636C9-26E2-8EE5-0D80-ECB693067F88}"/>
          </ac:picMkLst>
        </pc:picChg>
        <pc:picChg chg="mod">
          <ac:chgData name="Matthew James" userId="f666f108-8a0f-4162-87e7-039355b66eb3" providerId="ADAL" clId="{33734E51-A718-487A-B91D-7CF0681CD74E}" dt="2023-03-27T20:50:27.339" v="1882" actId="1076"/>
          <ac:picMkLst>
            <pc:docMk/>
            <pc:sldMk cId="1533320861" sldId="261"/>
            <ac:picMk id="3084" creationId="{A42BA0E8-0175-A08D-41AD-2DB26576A050}"/>
          </ac:picMkLst>
        </pc:picChg>
        <pc:picChg chg="mod">
          <ac:chgData name="Matthew James" userId="f666f108-8a0f-4162-87e7-039355b66eb3" providerId="ADAL" clId="{33734E51-A718-487A-B91D-7CF0681CD74E}" dt="2023-03-27T20:50:27.339" v="1882" actId="1076"/>
          <ac:picMkLst>
            <pc:docMk/>
            <pc:sldMk cId="1533320861" sldId="261"/>
            <ac:picMk id="3085" creationId="{FD2CA403-4362-7CA5-1C6B-8108ACB5F3DD}"/>
          </ac:picMkLst>
        </pc:picChg>
        <pc:picChg chg="mod">
          <ac:chgData name="Matthew James" userId="f666f108-8a0f-4162-87e7-039355b66eb3" providerId="ADAL" clId="{33734E51-A718-487A-B91D-7CF0681CD74E}" dt="2023-03-27T20:50:27.339" v="1882" actId="1076"/>
          <ac:picMkLst>
            <pc:docMk/>
            <pc:sldMk cId="1533320861" sldId="261"/>
            <ac:picMk id="3086" creationId="{3C48919D-B70E-DBB1-251C-48BD7DA6BAFF}"/>
          </ac:picMkLst>
        </pc:picChg>
        <pc:picChg chg="mod">
          <ac:chgData name="Matthew James" userId="f666f108-8a0f-4162-87e7-039355b66eb3" providerId="ADAL" clId="{33734E51-A718-487A-B91D-7CF0681CD74E}" dt="2023-03-27T20:50:27.339" v="1882" actId="1076"/>
          <ac:picMkLst>
            <pc:docMk/>
            <pc:sldMk cId="1533320861" sldId="261"/>
            <ac:picMk id="3087" creationId="{FDE867DD-8F54-6ECD-D957-D6FD175F4F96}"/>
          </ac:picMkLst>
        </pc:picChg>
        <pc:picChg chg="add mod">
          <ac:chgData name="Matthew James" userId="f666f108-8a0f-4162-87e7-039355b66eb3" providerId="ADAL" clId="{33734E51-A718-487A-B91D-7CF0681CD74E}" dt="2023-03-27T20:49:50.870" v="1876" actId="1076"/>
          <ac:picMkLst>
            <pc:docMk/>
            <pc:sldMk cId="1533320861" sldId="261"/>
            <ac:picMk id="3097" creationId="{1E624C87-E425-A35E-38C3-97434C723078}"/>
          </ac:picMkLst>
        </pc:picChg>
        <pc:picChg chg="add mod">
          <ac:chgData name="Matthew James" userId="f666f108-8a0f-4162-87e7-039355b66eb3" providerId="ADAL" clId="{33734E51-A718-487A-B91D-7CF0681CD74E}" dt="2023-03-27T20:49:50.870" v="1876" actId="1076"/>
          <ac:picMkLst>
            <pc:docMk/>
            <pc:sldMk cId="1533320861" sldId="261"/>
            <ac:picMk id="3099" creationId="{96306E12-91BD-F8F8-A002-3A9E34E693A0}"/>
          </ac:picMkLst>
        </pc:picChg>
        <pc:picChg chg="add mod">
          <ac:chgData name="Matthew James" userId="f666f108-8a0f-4162-87e7-039355b66eb3" providerId="ADAL" clId="{33734E51-A718-487A-B91D-7CF0681CD74E}" dt="2023-03-27T20:49:50.870" v="1876" actId="1076"/>
          <ac:picMkLst>
            <pc:docMk/>
            <pc:sldMk cId="1533320861" sldId="261"/>
            <ac:picMk id="3102" creationId="{D0A74FAF-52F0-2ADC-119E-A87F2A688117}"/>
          </ac:picMkLst>
        </pc:picChg>
        <pc:picChg chg="add mod">
          <ac:chgData name="Matthew James" userId="f666f108-8a0f-4162-87e7-039355b66eb3" providerId="ADAL" clId="{33734E51-A718-487A-B91D-7CF0681CD74E}" dt="2023-03-27T20:50:47.863" v="1892" actId="1076"/>
          <ac:picMkLst>
            <pc:docMk/>
            <pc:sldMk cId="1533320861" sldId="261"/>
            <ac:picMk id="3104" creationId="{9224C4C0-996B-3D10-C315-2C6BFD1BA7A0}"/>
          </ac:picMkLst>
        </pc:picChg>
        <pc:cxnChg chg="add mod">
          <ac:chgData name="Matthew James" userId="f666f108-8a0f-4162-87e7-039355b66eb3" providerId="ADAL" clId="{33734E51-A718-487A-B91D-7CF0681CD74E}" dt="2023-03-27T20:50:27.339" v="1882" actId="1076"/>
          <ac:cxnSpMkLst>
            <pc:docMk/>
            <pc:sldMk cId="1533320861" sldId="261"/>
            <ac:cxnSpMk id="27" creationId="{8A500317-3E2D-5CC7-3CD1-E1AF23A94F31}"/>
          </ac:cxnSpMkLst>
        </pc:cxnChg>
        <pc:cxnChg chg="add mod">
          <ac:chgData name="Matthew James" userId="f666f108-8a0f-4162-87e7-039355b66eb3" providerId="ADAL" clId="{33734E51-A718-487A-B91D-7CF0681CD74E}" dt="2023-03-27T20:50:27.339" v="1882" actId="1076"/>
          <ac:cxnSpMkLst>
            <pc:docMk/>
            <pc:sldMk cId="1533320861" sldId="261"/>
            <ac:cxnSpMk id="29" creationId="{79E3870C-C00A-3F17-9D04-7647A9488BD0}"/>
          </ac:cxnSpMkLst>
        </pc:cxnChg>
        <pc:cxnChg chg="add mod">
          <ac:chgData name="Matthew James" userId="f666f108-8a0f-4162-87e7-039355b66eb3" providerId="ADAL" clId="{33734E51-A718-487A-B91D-7CF0681CD74E}" dt="2023-03-27T20:50:27.339" v="1882" actId="1076"/>
          <ac:cxnSpMkLst>
            <pc:docMk/>
            <pc:sldMk cId="1533320861" sldId="261"/>
            <ac:cxnSpMk id="30" creationId="{60F8B5FC-E17B-B1BB-16A5-72460EA48816}"/>
          </ac:cxnSpMkLst>
        </pc:cxnChg>
        <pc:cxnChg chg="add mod">
          <ac:chgData name="Matthew James" userId="f666f108-8a0f-4162-87e7-039355b66eb3" providerId="ADAL" clId="{33734E51-A718-487A-B91D-7CF0681CD74E}" dt="2023-03-27T20:50:27.339" v="1882" actId="1076"/>
          <ac:cxnSpMkLst>
            <pc:docMk/>
            <pc:sldMk cId="1533320861" sldId="261"/>
            <ac:cxnSpMk id="31" creationId="{29004357-1474-AEBB-E2B6-EFE1EA71A703}"/>
          </ac:cxnSpMkLst>
        </pc:cxnChg>
        <pc:cxnChg chg="add mod">
          <ac:chgData name="Matthew James" userId="f666f108-8a0f-4162-87e7-039355b66eb3" providerId="ADAL" clId="{33734E51-A718-487A-B91D-7CF0681CD74E}" dt="2023-03-27T20:50:27.339" v="1882" actId="1076"/>
          <ac:cxnSpMkLst>
            <pc:docMk/>
            <pc:sldMk cId="1533320861" sldId="261"/>
            <ac:cxnSpMk id="32" creationId="{A2CEA894-6DC3-F560-CD83-6CB1AFFEA944}"/>
          </ac:cxnSpMkLst>
        </pc:cxnChg>
        <pc:cxnChg chg="add mod">
          <ac:chgData name="Matthew James" userId="f666f108-8a0f-4162-87e7-039355b66eb3" providerId="ADAL" clId="{33734E51-A718-487A-B91D-7CF0681CD74E}" dt="2023-03-27T20:50:27.339" v="1882" actId="1076"/>
          <ac:cxnSpMkLst>
            <pc:docMk/>
            <pc:sldMk cId="1533320861" sldId="261"/>
            <ac:cxnSpMk id="33" creationId="{70621E55-DF2D-2A81-5CE8-49B2B675EE98}"/>
          </ac:cxnSpMkLst>
        </pc:cxnChg>
        <pc:cxnChg chg="add mod">
          <ac:chgData name="Matthew James" userId="f666f108-8a0f-4162-87e7-039355b66eb3" providerId="ADAL" clId="{33734E51-A718-487A-B91D-7CF0681CD74E}" dt="2023-03-27T20:50:27.339" v="1882" actId="1076"/>
          <ac:cxnSpMkLst>
            <pc:docMk/>
            <pc:sldMk cId="1533320861" sldId="261"/>
            <ac:cxnSpMk id="34" creationId="{3E1BD70F-989A-BBE4-9452-2C5943FAACBE}"/>
          </ac:cxnSpMkLst>
        </pc:cxnChg>
        <pc:cxnChg chg="add mod">
          <ac:chgData name="Matthew James" userId="f666f108-8a0f-4162-87e7-039355b66eb3" providerId="ADAL" clId="{33734E51-A718-487A-B91D-7CF0681CD74E}" dt="2023-03-27T20:50:27.339" v="1882" actId="1076"/>
          <ac:cxnSpMkLst>
            <pc:docMk/>
            <pc:sldMk cId="1533320861" sldId="261"/>
            <ac:cxnSpMk id="35" creationId="{DD5F40B8-C95D-8CA2-6BEF-EA1A3B08B6F2}"/>
          </ac:cxnSpMkLst>
        </pc:cxnChg>
        <pc:cxnChg chg="add mod">
          <ac:chgData name="Matthew James" userId="f666f108-8a0f-4162-87e7-039355b66eb3" providerId="ADAL" clId="{33734E51-A718-487A-B91D-7CF0681CD74E}" dt="2023-03-27T20:50:27.339" v="1882" actId="1076"/>
          <ac:cxnSpMkLst>
            <pc:docMk/>
            <pc:sldMk cId="1533320861" sldId="261"/>
            <ac:cxnSpMk id="36" creationId="{92E081DD-A5B3-3D32-AD2C-9DFC118A1219}"/>
          </ac:cxnSpMkLst>
        </pc:cxnChg>
        <pc:cxnChg chg="add mod">
          <ac:chgData name="Matthew James" userId="f666f108-8a0f-4162-87e7-039355b66eb3" providerId="ADAL" clId="{33734E51-A718-487A-B91D-7CF0681CD74E}" dt="2023-03-27T20:50:27.339" v="1882" actId="1076"/>
          <ac:cxnSpMkLst>
            <pc:docMk/>
            <pc:sldMk cId="1533320861" sldId="261"/>
            <ac:cxnSpMk id="37" creationId="{F82286DA-B9FE-4C7C-0801-4360BECEBF93}"/>
          </ac:cxnSpMkLst>
        </pc:cxnChg>
        <pc:cxnChg chg="add mod">
          <ac:chgData name="Matthew James" userId="f666f108-8a0f-4162-87e7-039355b66eb3" providerId="ADAL" clId="{33734E51-A718-487A-B91D-7CF0681CD74E}" dt="2023-03-27T20:49:50.870" v="1876" actId="1076"/>
          <ac:cxnSpMkLst>
            <pc:docMk/>
            <pc:sldMk cId="1533320861" sldId="261"/>
            <ac:cxnSpMk id="3078" creationId="{1CCD7BDE-9045-2CEB-3D4E-6666FA8E6D5F}"/>
          </ac:cxnSpMkLst>
        </pc:cxnChg>
        <pc:cxnChg chg="add mod">
          <ac:chgData name="Matthew James" userId="f666f108-8a0f-4162-87e7-039355b66eb3" providerId="ADAL" clId="{33734E51-A718-487A-B91D-7CF0681CD74E}" dt="2023-03-27T20:49:50.870" v="1876" actId="1076"/>
          <ac:cxnSpMkLst>
            <pc:docMk/>
            <pc:sldMk cId="1533320861" sldId="261"/>
            <ac:cxnSpMk id="3079" creationId="{6092DD15-6CB1-6F64-582C-AF899A1E8A18}"/>
          </ac:cxnSpMkLst>
        </pc:cxnChg>
        <pc:cxnChg chg="add mod">
          <ac:chgData name="Matthew James" userId="f666f108-8a0f-4162-87e7-039355b66eb3" providerId="ADAL" clId="{33734E51-A718-487A-B91D-7CF0681CD74E}" dt="2023-03-27T20:49:50.870" v="1876" actId="1076"/>
          <ac:cxnSpMkLst>
            <pc:docMk/>
            <pc:sldMk cId="1533320861" sldId="261"/>
            <ac:cxnSpMk id="3080" creationId="{9CE314DF-0D82-CC54-0BED-08E9360719AD}"/>
          </ac:cxnSpMkLst>
        </pc:cxnChg>
        <pc:cxnChg chg="add mod">
          <ac:chgData name="Matthew James" userId="f666f108-8a0f-4162-87e7-039355b66eb3" providerId="ADAL" clId="{33734E51-A718-487A-B91D-7CF0681CD74E}" dt="2023-03-27T20:49:50.870" v="1876" actId="1076"/>
          <ac:cxnSpMkLst>
            <pc:docMk/>
            <pc:sldMk cId="1533320861" sldId="261"/>
            <ac:cxnSpMk id="3081" creationId="{B6B9DD8F-9D1A-49E4-6C7D-EF496D1ED81F}"/>
          </ac:cxnSpMkLst>
        </pc:cxnChg>
        <pc:cxnChg chg="add mod">
          <ac:chgData name="Matthew James" userId="f666f108-8a0f-4162-87e7-039355b66eb3" providerId="ADAL" clId="{33734E51-A718-487A-B91D-7CF0681CD74E}" dt="2023-03-27T20:49:50.870" v="1876" actId="1076"/>
          <ac:cxnSpMkLst>
            <pc:docMk/>
            <pc:sldMk cId="1533320861" sldId="261"/>
            <ac:cxnSpMk id="3082" creationId="{0FFFA891-54DD-9AA6-15FE-7A52C9FF9220}"/>
          </ac:cxnSpMkLst>
        </pc:cxnChg>
        <pc:cxnChg chg="add mod">
          <ac:chgData name="Matthew James" userId="f666f108-8a0f-4162-87e7-039355b66eb3" providerId="ADAL" clId="{33734E51-A718-487A-B91D-7CF0681CD74E}" dt="2023-03-27T20:49:50.870" v="1876" actId="1076"/>
          <ac:cxnSpMkLst>
            <pc:docMk/>
            <pc:sldMk cId="1533320861" sldId="261"/>
            <ac:cxnSpMk id="3083" creationId="{5C9F3CAA-01DE-AAAC-93A9-EB945AB51AB0}"/>
          </ac:cxnSpMkLst>
        </pc:cxnChg>
        <pc:cxnChg chg="add mod">
          <ac:chgData name="Matthew James" userId="f666f108-8a0f-4162-87e7-039355b66eb3" providerId="ADAL" clId="{33734E51-A718-487A-B91D-7CF0681CD74E}" dt="2023-03-27T20:49:50.870" v="1876" actId="1076"/>
          <ac:cxnSpMkLst>
            <pc:docMk/>
            <pc:sldMk cId="1533320861" sldId="261"/>
            <ac:cxnSpMk id="3088" creationId="{9B7B833F-6554-2F23-E2D7-C5A5BE06678B}"/>
          </ac:cxnSpMkLst>
        </pc:cxnChg>
        <pc:cxnChg chg="add mod">
          <ac:chgData name="Matthew James" userId="f666f108-8a0f-4162-87e7-039355b66eb3" providerId="ADAL" clId="{33734E51-A718-487A-B91D-7CF0681CD74E}" dt="2023-03-27T20:49:50.870" v="1876" actId="1076"/>
          <ac:cxnSpMkLst>
            <pc:docMk/>
            <pc:sldMk cId="1533320861" sldId="261"/>
            <ac:cxnSpMk id="3089" creationId="{C299898F-7BAC-FF93-9E37-BA6471238884}"/>
          </ac:cxnSpMkLst>
        </pc:cxnChg>
        <pc:cxnChg chg="add mod">
          <ac:chgData name="Matthew James" userId="f666f108-8a0f-4162-87e7-039355b66eb3" providerId="ADAL" clId="{33734E51-A718-487A-B91D-7CF0681CD74E}" dt="2023-03-27T20:49:50.870" v="1876" actId="1076"/>
          <ac:cxnSpMkLst>
            <pc:docMk/>
            <pc:sldMk cId="1533320861" sldId="261"/>
            <ac:cxnSpMk id="3090" creationId="{6489478A-E061-5C22-EA80-53200DEF672A}"/>
          </ac:cxnSpMkLst>
        </pc:cxnChg>
        <pc:cxnChg chg="add mod">
          <ac:chgData name="Matthew James" userId="f666f108-8a0f-4162-87e7-039355b66eb3" providerId="ADAL" clId="{33734E51-A718-487A-B91D-7CF0681CD74E}" dt="2023-03-27T20:49:50.870" v="1876" actId="1076"/>
          <ac:cxnSpMkLst>
            <pc:docMk/>
            <pc:sldMk cId="1533320861" sldId="261"/>
            <ac:cxnSpMk id="3091" creationId="{74A30638-0F19-7B4F-F04F-00890335D7FF}"/>
          </ac:cxnSpMkLst>
        </pc:cxnChg>
        <pc:cxnChg chg="add mod">
          <ac:chgData name="Matthew James" userId="f666f108-8a0f-4162-87e7-039355b66eb3" providerId="ADAL" clId="{33734E51-A718-487A-B91D-7CF0681CD74E}" dt="2023-03-27T20:49:50.870" v="1876" actId="1076"/>
          <ac:cxnSpMkLst>
            <pc:docMk/>
            <pc:sldMk cId="1533320861" sldId="261"/>
            <ac:cxnSpMk id="3101" creationId="{F3DD1FE5-40F5-4B3D-C64E-DDC3B061E7B8}"/>
          </ac:cxnSpMkLst>
        </pc:cxnChg>
      </pc:sldChg>
      <pc:sldChg chg="addSp delSp modSp mod modNotesTx">
        <pc:chgData name="Matthew James" userId="f666f108-8a0f-4162-87e7-039355b66eb3" providerId="ADAL" clId="{33734E51-A718-487A-B91D-7CF0681CD74E}" dt="2023-03-27T19:27:49.549" v="855" actId="6549"/>
        <pc:sldMkLst>
          <pc:docMk/>
          <pc:sldMk cId="1630608680" sldId="262"/>
        </pc:sldMkLst>
        <pc:spChg chg="mod">
          <ac:chgData name="Matthew James" userId="f666f108-8a0f-4162-87e7-039355b66eb3" providerId="ADAL" clId="{33734E51-A718-487A-B91D-7CF0681CD74E}" dt="2023-03-12T16:23:41.852" v="9" actId="1076"/>
          <ac:spMkLst>
            <pc:docMk/>
            <pc:sldMk cId="1630608680" sldId="262"/>
            <ac:spMk id="4" creationId="{A1605F65-5253-121F-B6A9-BA15F8B13B2E}"/>
          </ac:spMkLst>
        </pc:spChg>
        <pc:spChg chg="mod">
          <ac:chgData name="Matthew James" userId="f666f108-8a0f-4162-87e7-039355b66eb3" providerId="ADAL" clId="{33734E51-A718-487A-B91D-7CF0681CD74E}" dt="2023-03-12T16:23:52.245" v="14" actId="1076"/>
          <ac:spMkLst>
            <pc:docMk/>
            <pc:sldMk cId="1630608680" sldId="262"/>
            <ac:spMk id="5" creationId="{EF9E7A1C-4C61-D5F7-3B0A-3D46A97A797E}"/>
          </ac:spMkLst>
        </pc:spChg>
        <pc:spChg chg="mod">
          <ac:chgData name="Matthew James" userId="f666f108-8a0f-4162-87e7-039355b66eb3" providerId="ADAL" clId="{33734E51-A718-487A-B91D-7CF0681CD74E}" dt="2023-03-12T16:23:48.243" v="12" actId="1076"/>
          <ac:spMkLst>
            <pc:docMk/>
            <pc:sldMk cId="1630608680" sldId="262"/>
            <ac:spMk id="6" creationId="{E7B464CF-3503-6D3B-B0C9-9FE439FC861D}"/>
          </ac:spMkLst>
        </pc:spChg>
        <pc:spChg chg="mod">
          <ac:chgData name="Matthew James" userId="f666f108-8a0f-4162-87e7-039355b66eb3" providerId="ADAL" clId="{33734E51-A718-487A-B91D-7CF0681CD74E}" dt="2023-03-12T16:23:56.477" v="16" actId="1076"/>
          <ac:spMkLst>
            <pc:docMk/>
            <pc:sldMk cId="1630608680" sldId="262"/>
            <ac:spMk id="7" creationId="{FB96CE74-C18D-B354-DF88-785537C94B51}"/>
          </ac:spMkLst>
        </pc:spChg>
        <pc:spChg chg="add mod">
          <ac:chgData name="Matthew James" userId="f666f108-8a0f-4162-87e7-039355b66eb3" providerId="ADAL" clId="{33734E51-A718-487A-B91D-7CF0681CD74E}" dt="2023-03-27T19:27:31.572" v="853" actId="1076"/>
          <ac:spMkLst>
            <pc:docMk/>
            <pc:sldMk cId="1630608680" sldId="262"/>
            <ac:spMk id="18" creationId="{47CBDC20-2BB7-6C76-B896-998790C75737}"/>
          </ac:spMkLst>
        </pc:spChg>
        <pc:spChg chg="mod">
          <ac:chgData name="Matthew James" userId="f666f108-8a0f-4162-87e7-039355b66eb3" providerId="ADAL" clId="{33734E51-A718-487A-B91D-7CF0681CD74E}" dt="2023-03-13T20:55:56.605" v="20" actId="1076"/>
          <ac:spMkLst>
            <pc:docMk/>
            <pc:sldMk cId="1630608680" sldId="262"/>
            <ac:spMk id="4116" creationId="{163BEF0F-9509-F477-F663-848AD005D55D}"/>
          </ac:spMkLst>
        </pc:spChg>
        <pc:spChg chg="del mod">
          <ac:chgData name="Matthew James" userId="f666f108-8a0f-4162-87e7-039355b66eb3" providerId="ADAL" clId="{33734E51-A718-487A-B91D-7CF0681CD74E}" dt="2023-03-12T16:24:08.062" v="18" actId="478"/>
          <ac:spMkLst>
            <pc:docMk/>
            <pc:sldMk cId="1630608680" sldId="262"/>
            <ac:spMk id="4163" creationId="{DB42FEF3-ED0D-C4E5-AE82-F42A40B1B6BF}"/>
          </ac:spMkLst>
        </pc:spChg>
        <pc:picChg chg="mod">
          <ac:chgData name="Matthew James" userId="f666f108-8a0f-4162-87e7-039355b66eb3" providerId="ADAL" clId="{33734E51-A718-487A-B91D-7CF0681CD74E}" dt="2023-03-12T16:23:50.224" v="13" actId="1076"/>
          <ac:picMkLst>
            <pc:docMk/>
            <pc:sldMk cId="1630608680" sldId="262"/>
            <ac:picMk id="28" creationId="{250755F6-66BC-EEB3-AFA0-464A98B979FB}"/>
          </ac:picMkLst>
        </pc:picChg>
        <pc:picChg chg="mod">
          <ac:chgData name="Matthew James" userId="f666f108-8a0f-4162-87e7-039355b66eb3" providerId="ADAL" clId="{33734E51-A718-487A-B91D-7CF0681CD74E}" dt="2023-03-12T16:23:45.817" v="11" actId="1076"/>
          <ac:picMkLst>
            <pc:docMk/>
            <pc:sldMk cId="1630608680" sldId="262"/>
            <ac:picMk id="4098" creationId="{36F33AA5-E131-9255-AF27-5A8200DB04D4}"/>
          </ac:picMkLst>
        </pc:picChg>
        <pc:picChg chg="mod">
          <ac:chgData name="Matthew James" userId="f666f108-8a0f-4162-87e7-039355b66eb3" providerId="ADAL" clId="{33734E51-A718-487A-B91D-7CF0681CD74E}" dt="2023-03-12T16:23:43.704" v="10" actId="1076"/>
          <ac:picMkLst>
            <pc:docMk/>
            <pc:sldMk cId="1630608680" sldId="262"/>
            <ac:picMk id="4100" creationId="{D6331A7D-BF45-6558-177B-C1B437477CA4}"/>
          </ac:picMkLst>
        </pc:picChg>
        <pc:cxnChg chg="mod">
          <ac:chgData name="Matthew James" userId="f666f108-8a0f-4162-87e7-039355b66eb3" providerId="ADAL" clId="{33734E51-A718-487A-B91D-7CF0681CD74E}" dt="2023-03-12T16:23:54.094" v="15" actId="1076"/>
          <ac:cxnSpMkLst>
            <pc:docMk/>
            <pc:sldMk cId="1630608680" sldId="262"/>
            <ac:cxnSpMk id="36" creationId="{3B5363DB-E241-A620-C9A1-B0ACD33AFBD2}"/>
          </ac:cxnSpMkLst>
        </pc:cxnChg>
      </pc:sldChg>
      <pc:sldChg chg="addSp delSp modSp new del mod">
        <pc:chgData name="Matthew James" userId="f666f108-8a0f-4162-87e7-039355b66eb3" providerId="ADAL" clId="{33734E51-A718-487A-B91D-7CF0681CD74E}" dt="2023-03-27T20:51:02.491" v="1897" actId="47"/>
        <pc:sldMkLst>
          <pc:docMk/>
          <pc:sldMk cId="1116876228" sldId="266"/>
        </pc:sldMkLst>
        <pc:spChg chg="mod">
          <ac:chgData name="Matthew James" userId="f666f108-8a0f-4162-87e7-039355b66eb3" providerId="ADAL" clId="{33734E51-A718-487A-B91D-7CF0681CD74E}" dt="2023-03-27T20:01:17.291" v="1256" actId="14100"/>
          <ac:spMkLst>
            <pc:docMk/>
            <pc:sldMk cId="1116876228" sldId="266"/>
            <ac:spMk id="2" creationId="{DEB61246-DCD4-1ADD-5C13-F9AC19DFB425}"/>
          </ac:spMkLst>
        </pc:spChg>
        <pc:spChg chg="del mod">
          <ac:chgData name="Matthew James" userId="f666f108-8a0f-4162-87e7-039355b66eb3" providerId="ADAL" clId="{33734E51-A718-487A-B91D-7CF0681CD74E}" dt="2023-03-27T18:35:47.052" v="611" actId="478"/>
          <ac:spMkLst>
            <pc:docMk/>
            <pc:sldMk cId="1116876228" sldId="266"/>
            <ac:spMk id="3" creationId="{66BD59EB-1C98-3FE8-06B7-A0A28BC8AA40}"/>
          </ac:spMkLst>
        </pc:spChg>
        <pc:spChg chg="add del mod">
          <ac:chgData name="Matthew James" userId="f666f108-8a0f-4162-87e7-039355b66eb3" providerId="ADAL" clId="{33734E51-A718-487A-B91D-7CF0681CD74E}" dt="2023-03-27T18:38:52.649" v="626" actId="478"/>
          <ac:spMkLst>
            <pc:docMk/>
            <pc:sldMk cId="1116876228" sldId="266"/>
            <ac:spMk id="4" creationId="{D474F55A-3EC9-D645-78F6-A407E790F748}"/>
          </ac:spMkLst>
        </pc:spChg>
        <pc:spChg chg="add mod">
          <ac:chgData name="Matthew James" userId="f666f108-8a0f-4162-87e7-039355b66eb3" providerId="ADAL" clId="{33734E51-A718-487A-B91D-7CF0681CD74E}" dt="2023-03-27T18:58:12.694" v="709" actId="404"/>
          <ac:spMkLst>
            <pc:docMk/>
            <pc:sldMk cId="1116876228" sldId="266"/>
            <ac:spMk id="9" creationId="{5E6CF03C-8C35-9D36-B1A7-0B7B9028E2D7}"/>
          </ac:spMkLst>
        </pc:spChg>
        <pc:spChg chg="add del mod">
          <ac:chgData name="Matthew James" userId="f666f108-8a0f-4162-87e7-039355b66eb3" providerId="ADAL" clId="{33734E51-A718-487A-B91D-7CF0681CD74E}" dt="2023-03-27T20:12:01.911" v="1386" actId="478"/>
          <ac:spMkLst>
            <pc:docMk/>
            <pc:sldMk cId="1116876228" sldId="266"/>
            <ac:spMk id="14" creationId="{4E396E83-CB35-2D8B-42D6-717ED534B823}"/>
          </ac:spMkLst>
        </pc:spChg>
        <pc:spChg chg="add del mod">
          <ac:chgData name="Matthew James" userId="f666f108-8a0f-4162-87e7-039355b66eb3" providerId="ADAL" clId="{33734E51-A718-487A-B91D-7CF0681CD74E}" dt="2023-03-27T20:12:44.772" v="1413" actId="478"/>
          <ac:spMkLst>
            <pc:docMk/>
            <pc:sldMk cId="1116876228" sldId="266"/>
            <ac:spMk id="15" creationId="{547679C2-ABF4-0239-43BA-0EC9474A794F}"/>
          </ac:spMkLst>
        </pc:spChg>
        <pc:spChg chg="add mod">
          <ac:chgData name="Matthew James" userId="f666f108-8a0f-4162-87e7-039355b66eb3" providerId="ADAL" clId="{33734E51-A718-487A-B91D-7CF0681CD74E}" dt="2023-03-27T20:14:47.515" v="1444" actId="1076"/>
          <ac:spMkLst>
            <pc:docMk/>
            <pc:sldMk cId="1116876228" sldId="266"/>
            <ac:spMk id="16" creationId="{6E326961-4610-17E2-D6D5-D1D5E72C4607}"/>
          </ac:spMkLst>
        </pc:spChg>
        <pc:spChg chg="add del mod">
          <ac:chgData name="Matthew James" userId="f666f108-8a0f-4162-87e7-039355b66eb3" providerId="ADAL" clId="{33734E51-A718-487A-B91D-7CF0681CD74E}" dt="2023-03-27T20:14:03.663" v="1433" actId="478"/>
          <ac:spMkLst>
            <pc:docMk/>
            <pc:sldMk cId="1116876228" sldId="266"/>
            <ac:spMk id="17" creationId="{8C894599-9C3F-67E4-33BA-48CCCEFAE615}"/>
          </ac:spMkLst>
        </pc:spChg>
        <pc:spChg chg="add mod">
          <ac:chgData name="Matthew James" userId="f666f108-8a0f-4162-87e7-039355b66eb3" providerId="ADAL" clId="{33734E51-A718-487A-B91D-7CF0681CD74E}" dt="2023-03-27T20:16:56.817" v="1514" actId="20577"/>
          <ac:spMkLst>
            <pc:docMk/>
            <pc:sldMk cId="1116876228" sldId="266"/>
            <ac:spMk id="18" creationId="{2A1AC5F3-0100-1E50-5D0B-A0902A16C967}"/>
          </ac:spMkLst>
        </pc:spChg>
        <pc:spChg chg="add del mod">
          <ac:chgData name="Matthew James" userId="f666f108-8a0f-4162-87e7-039355b66eb3" providerId="ADAL" clId="{33734E51-A718-487A-B91D-7CF0681CD74E}" dt="2023-03-27T20:21:54.554" v="1593" actId="478"/>
          <ac:spMkLst>
            <pc:docMk/>
            <pc:sldMk cId="1116876228" sldId="266"/>
            <ac:spMk id="29" creationId="{7B546A35-A057-CB96-956A-E59C747B41D4}"/>
          </ac:spMkLst>
        </pc:spChg>
        <pc:spChg chg="add mod">
          <ac:chgData name="Matthew James" userId="f666f108-8a0f-4162-87e7-039355b66eb3" providerId="ADAL" clId="{33734E51-A718-487A-B91D-7CF0681CD74E}" dt="2023-03-27T20:18:10.192" v="1558" actId="14100"/>
          <ac:spMkLst>
            <pc:docMk/>
            <pc:sldMk cId="1116876228" sldId="266"/>
            <ac:spMk id="31" creationId="{6B1786A5-1C18-C927-53EB-A2928D02AD07}"/>
          </ac:spMkLst>
        </pc:spChg>
        <pc:spChg chg="add mod">
          <ac:chgData name="Matthew James" userId="f666f108-8a0f-4162-87e7-039355b66eb3" providerId="ADAL" clId="{33734E51-A718-487A-B91D-7CF0681CD74E}" dt="2023-03-27T20:18:31.888" v="1564" actId="20577"/>
          <ac:spMkLst>
            <pc:docMk/>
            <pc:sldMk cId="1116876228" sldId="266"/>
            <ac:spMk id="33" creationId="{B6D29745-2AA8-9683-B46D-00EE8736CCBD}"/>
          </ac:spMkLst>
        </pc:spChg>
        <pc:spChg chg="add del mod">
          <ac:chgData name="Matthew James" userId="f666f108-8a0f-4162-87e7-039355b66eb3" providerId="ADAL" clId="{33734E51-A718-487A-B91D-7CF0681CD74E}" dt="2023-03-27T19:52:10.129" v="1115"/>
          <ac:spMkLst>
            <pc:docMk/>
            <pc:sldMk cId="1116876228" sldId="266"/>
            <ac:spMk id="35" creationId="{D59CD612-D84F-BD26-02AC-ADE3B5868D3E}"/>
          </ac:spMkLst>
        </pc:spChg>
        <pc:spChg chg="add mod">
          <ac:chgData name="Matthew James" userId="f666f108-8a0f-4162-87e7-039355b66eb3" providerId="ADAL" clId="{33734E51-A718-487A-B91D-7CF0681CD74E}" dt="2023-03-27T20:01:05.201" v="1253" actId="1076"/>
          <ac:spMkLst>
            <pc:docMk/>
            <pc:sldMk cId="1116876228" sldId="266"/>
            <ac:spMk id="37" creationId="{B08F9D3B-23B8-3FC0-F769-D83DD45504CA}"/>
          </ac:spMkLst>
        </pc:spChg>
        <pc:spChg chg="add mod">
          <ac:chgData name="Matthew James" userId="f666f108-8a0f-4162-87e7-039355b66eb3" providerId="ADAL" clId="{33734E51-A718-487A-B91D-7CF0681CD74E}" dt="2023-03-27T20:01:00.247" v="1251" actId="1076"/>
          <ac:spMkLst>
            <pc:docMk/>
            <pc:sldMk cId="1116876228" sldId="266"/>
            <ac:spMk id="38" creationId="{7FFEC183-92A3-4921-8093-5D3D0C17C01D}"/>
          </ac:spMkLst>
        </pc:spChg>
        <pc:spChg chg="add mod">
          <ac:chgData name="Matthew James" userId="f666f108-8a0f-4162-87e7-039355b66eb3" providerId="ADAL" clId="{33734E51-A718-487A-B91D-7CF0681CD74E}" dt="2023-03-27T20:01:12.041" v="1255" actId="1076"/>
          <ac:spMkLst>
            <pc:docMk/>
            <pc:sldMk cId="1116876228" sldId="266"/>
            <ac:spMk id="82" creationId="{1F22A38D-51AC-095B-8BAF-A4117F47AAE8}"/>
          </ac:spMkLst>
        </pc:spChg>
        <pc:spChg chg="add mod">
          <ac:chgData name="Matthew James" userId="f666f108-8a0f-4162-87e7-039355b66eb3" providerId="ADAL" clId="{33734E51-A718-487A-B91D-7CF0681CD74E}" dt="2023-03-27T20:00:22.145" v="1242" actId="1076"/>
          <ac:spMkLst>
            <pc:docMk/>
            <pc:sldMk cId="1116876228" sldId="266"/>
            <ac:spMk id="83" creationId="{A182C705-32F2-9CA8-CAD9-9EE973BFFD3B}"/>
          </ac:spMkLst>
        </pc:spChg>
        <pc:spChg chg="add mod">
          <ac:chgData name="Matthew James" userId="f666f108-8a0f-4162-87e7-039355b66eb3" providerId="ADAL" clId="{33734E51-A718-487A-B91D-7CF0681CD74E}" dt="2023-03-27T20:00:17.855" v="1241" actId="1076"/>
          <ac:spMkLst>
            <pc:docMk/>
            <pc:sldMk cId="1116876228" sldId="266"/>
            <ac:spMk id="84" creationId="{251F8E14-CD40-882D-B918-D778E6A6E884}"/>
          </ac:spMkLst>
        </pc:spChg>
        <pc:spChg chg="add mod">
          <ac:chgData name="Matthew James" userId="f666f108-8a0f-4162-87e7-039355b66eb3" providerId="ADAL" clId="{33734E51-A718-487A-B91D-7CF0681CD74E}" dt="2023-03-27T20:04:02.575" v="1267" actId="1076"/>
          <ac:spMkLst>
            <pc:docMk/>
            <pc:sldMk cId="1116876228" sldId="266"/>
            <ac:spMk id="85" creationId="{AF65B579-D616-A922-6455-A570903C45D2}"/>
          </ac:spMkLst>
        </pc:spChg>
        <pc:spChg chg="add mod">
          <ac:chgData name="Matthew James" userId="f666f108-8a0f-4162-87e7-039355b66eb3" providerId="ADAL" clId="{33734E51-A718-487A-B91D-7CF0681CD74E}" dt="2023-03-27T20:45:07.347" v="1865" actId="20577"/>
          <ac:spMkLst>
            <pc:docMk/>
            <pc:sldMk cId="1116876228" sldId="266"/>
            <ac:spMk id="95" creationId="{7EE18BF4-80E3-54A2-C931-2072C9D154B6}"/>
          </ac:spMkLst>
        </pc:spChg>
        <pc:spChg chg="add mod">
          <ac:chgData name="Matthew James" userId="f666f108-8a0f-4162-87e7-039355b66eb3" providerId="ADAL" clId="{33734E51-A718-487A-B91D-7CF0681CD74E}" dt="2023-03-27T20:12:11.106" v="1388" actId="1076"/>
          <ac:spMkLst>
            <pc:docMk/>
            <pc:sldMk cId="1116876228" sldId="266"/>
            <ac:spMk id="99" creationId="{06F624E4-47BA-E250-C329-7E99E488DFF5}"/>
          </ac:spMkLst>
        </pc:spChg>
        <pc:spChg chg="add del mod">
          <ac:chgData name="Matthew James" userId="f666f108-8a0f-4162-87e7-039355b66eb3" providerId="ADAL" clId="{33734E51-A718-487A-B91D-7CF0681CD74E}" dt="2023-03-27T20:11:45.716" v="1382"/>
          <ac:spMkLst>
            <pc:docMk/>
            <pc:sldMk cId="1116876228" sldId="266"/>
            <ac:spMk id="101" creationId="{B06D0381-BA62-02EA-C242-9A4552FED7DE}"/>
          </ac:spMkLst>
        </pc:spChg>
        <pc:spChg chg="add mod">
          <ac:chgData name="Matthew James" userId="f666f108-8a0f-4162-87e7-039355b66eb3" providerId="ADAL" clId="{33734E51-A718-487A-B91D-7CF0681CD74E}" dt="2023-03-27T20:18:47.703" v="1592" actId="20577"/>
          <ac:spMkLst>
            <pc:docMk/>
            <pc:sldMk cId="1116876228" sldId="266"/>
            <ac:spMk id="103" creationId="{56FD1A49-CC5F-1F15-B006-2B35004DEBC0}"/>
          </ac:spMkLst>
        </pc:spChg>
        <pc:spChg chg="add mod">
          <ac:chgData name="Matthew James" userId="f666f108-8a0f-4162-87e7-039355b66eb3" providerId="ADAL" clId="{33734E51-A718-487A-B91D-7CF0681CD74E}" dt="2023-03-27T20:22:13.031" v="1613" actId="1076"/>
          <ac:spMkLst>
            <pc:docMk/>
            <pc:sldMk cId="1116876228" sldId="266"/>
            <ac:spMk id="124" creationId="{289DF88B-A288-59A7-D64A-00EA3C45B8F6}"/>
          </ac:spMkLst>
        </pc:spChg>
        <pc:picChg chg="add del mod">
          <ac:chgData name="Matthew James" userId="f666f108-8a0f-4162-87e7-039355b66eb3" providerId="ADAL" clId="{33734E51-A718-487A-B91D-7CF0681CD74E}" dt="2023-03-27T20:12:01.911" v="1386" actId="478"/>
          <ac:picMkLst>
            <pc:docMk/>
            <pc:sldMk cId="1116876228" sldId="266"/>
            <ac:picMk id="5" creationId="{BE5C2F91-8B48-7346-5D09-6231365FC76E}"/>
          </ac:picMkLst>
        </pc:picChg>
        <pc:picChg chg="add del mod">
          <ac:chgData name="Matthew James" userId="f666f108-8a0f-4162-87e7-039355b66eb3" providerId="ADAL" clId="{33734E51-A718-487A-B91D-7CF0681CD74E}" dt="2023-03-27T20:12:46.640" v="1414" actId="478"/>
          <ac:picMkLst>
            <pc:docMk/>
            <pc:sldMk cId="1116876228" sldId="266"/>
            <ac:picMk id="6" creationId="{0A52DC9E-4696-FD1A-9C42-B9B2B11C2B66}"/>
          </ac:picMkLst>
        </pc:picChg>
        <pc:picChg chg="add mod">
          <ac:chgData name="Matthew James" userId="f666f108-8a0f-4162-87e7-039355b66eb3" providerId="ADAL" clId="{33734E51-A718-487A-B91D-7CF0681CD74E}" dt="2023-03-27T18:58:12.694" v="709" actId="404"/>
          <ac:picMkLst>
            <pc:docMk/>
            <pc:sldMk cId="1116876228" sldId="266"/>
            <ac:picMk id="7" creationId="{0900EDBC-F02A-5FD1-CE1E-DD5E30162073}"/>
          </ac:picMkLst>
        </pc:picChg>
        <pc:picChg chg="add mod">
          <ac:chgData name="Matthew James" userId="f666f108-8a0f-4162-87e7-039355b66eb3" providerId="ADAL" clId="{33734E51-A718-487A-B91D-7CF0681CD74E}" dt="2023-03-27T20:16:20.696" v="1477" actId="1076"/>
          <ac:picMkLst>
            <pc:docMk/>
            <pc:sldMk cId="1116876228" sldId="266"/>
            <ac:picMk id="8" creationId="{BE24ED8A-22FE-4045-6783-6488C4EF7838}"/>
          </ac:picMkLst>
        </pc:picChg>
        <pc:picChg chg="add mod">
          <ac:chgData name="Matthew James" userId="f666f108-8a0f-4162-87e7-039355b66eb3" providerId="ADAL" clId="{33734E51-A718-487A-B91D-7CF0681CD74E}" dt="2023-03-27T20:14:31.572" v="1439" actId="1076"/>
          <ac:picMkLst>
            <pc:docMk/>
            <pc:sldMk cId="1116876228" sldId="266"/>
            <ac:picMk id="10" creationId="{CA0AAB25-A03D-C22C-87FF-2C04F6B6191C}"/>
          </ac:picMkLst>
        </pc:picChg>
        <pc:picChg chg="add del mod">
          <ac:chgData name="Matthew James" userId="f666f108-8a0f-4162-87e7-039355b66eb3" providerId="ADAL" clId="{33734E51-A718-487A-B91D-7CF0681CD74E}" dt="2023-03-27T20:14:03.663" v="1433" actId="478"/>
          <ac:picMkLst>
            <pc:docMk/>
            <pc:sldMk cId="1116876228" sldId="266"/>
            <ac:picMk id="11" creationId="{FAA612CE-5255-4CBA-35BF-B1E42F56DB0B}"/>
          </ac:picMkLst>
        </pc:picChg>
        <pc:picChg chg="add del mod">
          <ac:chgData name="Matthew James" userId="f666f108-8a0f-4162-87e7-039355b66eb3" providerId="ADAL" clId="{33734E51-A718-487A-B91D-7CF0681CD74E}" dt="2023-03-27T20:21:54.554" v="1593" actId="478"/>
          <ac:picMkLst>
            <pc:docMk/>
            <pc:sldMk cId="1116876228" sldId="266"/>
            <ac:picMk id="28" creationId="{B09B5764-B303-D58D-CA34-D8157B426892}"/>
          </ac:picMkLst>
        </pc:picChg>
        <pc:picChg chg="add mod">
          <ac:chgData name="Matthew James" userId="f666f108-8a0f-4162-87e7-039355b66eb3" providerId="ADAL" clId="{33734E51-A718-487A-B91D-7CF0681CD74E}" dt="2023-03-27T20:17:25.293" v="1515" actId="1076"/>
          <ac:picMkLst>
            <pc:docMk/>
            <pc:sldMk cId="1116876228" sldId="266"/>
            <ac:picMk id="30" creationId="{9E503D8D-D7A7-14B2-AAE4-64330B0094B2}"/>
          </ac:picMkLst>
        </pc:picChg>
        <pc:picChg chg="add mod">
          <ac:chgData name="Matthew James" userId="f666f108-8a0f-4162-87e7-039355b66eb3" providerId="ADAL" clId="{33734E51-A718-487A-B91D-7CF0681CD74E}" dt="2023-03-27T20:00:52.521" v="1248" actId="1076"/>
          <ac:picMkLst>
            <pc:docMk/>
            <pc:sldMk cId="1116876228" sldId="266"/>
            <ac:picMk id="32" creationId="{4E4B9749-E5C7-4F17-499E-B083B83DADA9}"/>
          </ac:picMkLst>
        </pc:picChg>
        <pc:picChg chg="add del mod">
          <ac:chgData name="Matthew James" userId="f666f108-8a0f-4162-87e7-039355b66eb3" providerId="ADAL" clId="{33734E51-A718-487A-B91D-7CF0681CD74E}" dt="2023-03-27T19:56:59.210" v="1219" actId="1076"/>
          <ac:picMkLst>
            <pc:docMk/>
            <pc:sldMk cId="1116876228" sldId="266"/>
            <ac:picMk id="34" creationId="{C2C10CEB-6CE7-1975-6702-A84A72912971}"/>
          </ac:picMkLst>
        </pc:picChg>
        <pc:picChg chg="add mod">
          <ac:chgData name="Matthew James" userId="f666f108-8a0f-4162-87e7-039355b66eb3" providerId="ADAL" clId="{33734E51-A718-487A-B91D-7CF0681CD74E}" dt="2023-03-27T20:01:01.947" v="1252" actId="1076"/>
          <ac:picMkLst>
            <pc:docMk/>
            <pc:sldMk cId="1116876228" sldId="266"/>
            <ac:picMk id="36" creationId="{2F6B684C-DD12-1245-1F6E-C4340F6E19A9}"/>
          </ac:picMkLst>
        </pc:picChg>
        <pc:picChg chg="add mod">
          <ac:chgData name="Matthew James" userId="f666f108-8a0f-4162-87e7-039355b66eb3" providerId="ADAL" clId="{33734E51-A718-487A-B91D-7CF0681CD74E}" dt="2023-03-27T20:12:11.106" v="1388" actId="1076"/>
          <ac:picMkLst>
            <pc:docMk/>
            <pc:sldMk cId="1116876228" sldId="266"/>
            <ac:picMk id="98" creationId="{D1506FA0-B942-6885-2587-35A47A30AACA}"/>
          </ac:picMkLst>
        </pc:picChg>
        <pc:picChg chg="add del mod">
          <ac:chgData name="Matthew James" userId="f666f108-8a0f-4162-87e7-039355b66eb3" providerId="ADAL" clId="{33734E51-A718-487A-B91D-7CF0681CD74E}" dt="2023-03-27T20:11:54.707" v="1385" actId="478"/>
          <ac:picMkLst>
            <pc:docMk/>
            <pc:sldMk cId="1116876228" sldId="266"/>
            <ac:picMk id="100" creationId="{1DAE0A34-5EFD-9CD2-ADBF-85466FB07A97}"/>
          </ac:picMkLst>
        </pc:picChg>
        <pc:picChg chg="add mod">
          <ac:chgData name="Matthew James" userId="f666f108-8a0f-4162-87e7-039355b66eb3" providerId="ADAL" clId="{33734E51-A718-487A-B91D-7CF0681CD74E}" dt="2023-03-27T20:14:09.025" v="1434" actId="1076"/>
          <ac:picMkLst>
            <pc:docMk/>
            <pc:sldMk cId="1116876228" sldId="266"/>
            <ac:picMk id="102" creationId="{1D414044-64F0-F8E6-EE54-D31311146094}"/>
          </ac:picMkLst>
        </pc:picChg>
        <pc:picChg chg="add mod">
          <ac:chgData name="Matthew James" userId="f666f108-8a0f-4162-87e7-039355b66eb3" providerId="ADAL" clId="{33734E51-A718-487A-B91D-7CF0681CD74E}" dt="2023-03-27T20:22:00.461" v="1595" actId="1076"/>
          <ac:picMkLst>
            <pc:docMk/>
            <pc:sldMk cId="1116876228" sldId="266"/>
            <ac:picMk id="123" creationId="{4D866C1F-D0A6-8312-199A-A07F944F148E}"/>
          </ac:picMkLst>
        </pc:picChg>
        <pc:cxnChg chg="add del mod">
          <ac:chgData name="Matthew James" userId="f666f108-8a0f-4162-87e7-039355b66eb3" providerId="ADAL" clId="{33734E51-A718-487A-B91D-7CF0681CD74E}" dt="2023-03-27T18:53:09.463" v="641" actId="478"/>
          <ac:cxnSpMkLst>
            <pc:docMk/>
            <pc:sldMk cId="1116876228" sldId="266"/>
            <ac:cxnSpMk id="13" creationId="{12E1DBEB-6D42-1B65-73A9-EFAF41A31256}"/>
          </ac:cxnSpMkLst>
        </pc:cxnChg>
        <pc:cxnChg chg="add del mod">
          <ac:chgData name="Matthew James" userId="f666f108-8a0f-4162-87e7-039355b66eb3" providerId="ADAL" clId="{33734E51-A718-487A-B91D-7CF0681CD74E}" dt="2023-03-27T19:38:15.088" v="938" actId="478"/>
          <ac:cxnSpMkLst>
            <pc:docMk/>
            <pc:sldMk cId="1116876228" sldId="266"/>
            <ac:cxnSpMk id="20" creationId="{02722452-E9FD-E27B-CBEA-D51DE0B0E6C3}"/>
          </ac:cxnSpMkLst>
        </pc:cxnChg>
        <pc:cxnChg chg="add del mod">
          <ac:chgData name="Matthew James" userId="f666f108-8a0f-4162-87e7-039355b66eb3" providerId="ADAL" clId="{33734E51-A718-487A-B91D-7CF0681CD74E}" dt="2023-03-27T19:45:55.459" v="952" actId="11529"/>
          <ac:cxnSpMkLst>
            <pc:docMk/>
            <pc:sldMk cId="1116876228" sldId="266"/>
            <ac:cxnSpMk id="23" creationId="{91CDF839-42BF-828F-2256-95B671737EE4}"/>
          </ac:cxnSpMkLst>
        </pc:cxnChg>
        <pc:cxnChg chg="add del mod">
          <ac:chgData name="Matthew James" userId="f666f108-8a0f-4162-87e7-039355b66eb3" providerId="ADAL" clId="{33734E51-A718-487A-B91D-7CF0681CD74E}" dt="2023-03-27T19:45:54.953" v="951"/>
          <ac:cxnSpMkLst>
            <pc:docMk/>
            <pc:sldMk cId="1116876228" sldId="266"/>
            <ac:cxnSpMk id="24" creationId="{853A8114-0166-5F5E-4393-9101A8BF0688}"/>
          </ac:cxnSpMkLst>
        </pc:cxnChg>
        <pc:cxnChg chg="add del mod">
          <ac:chgData name="Matthew James" userId="f666f108-8a0f-4162-87e7-039355b66eb3" providerId="ADAL" clId="{33734E51-A718-487A-B91D-7CF0681CD74E}" dt="2023-03-27T19:45:54.487" v="950"/>
          <ac:cxnSpMkLst>
            <pc:docMk/>
            <pc:sldMk cId="1116876228" sldId="266"/>
            <ac:cxnSpMk id="25" creationId="{553A9D45-E050-D400-0789-8C33262EA883}"/>
          </ac:cxnSpMkLst>
        </pc:cxnChg>
        <pc:cxnChg chg="add del mod">
          <ac:chgData name="Matthew James" userId="f666f108-8a0f-4162-87e7-039355b66eb3" providerId="ADAL" clId="{33734E51-A718-487A-B91D-7CF0681CD74E}" dt="2023-03-27T19:45:54.218" v="949"/>
          <ac:cxnSpMkLst>
            <pc:docMk/>
            <pc:sldMk cId="1116876228" sldId="266"/>
            <ac:cxnSpMk id="26" creationId="{F944D924-2924-9F80-A213-E7F508F07974}"/>
          </ac:cxnSpMkLst>
        </pc:cxnChg>
        <pc:cxnChg chg="add del mod">
          <ac:chgData name="Matthew James" userId="f666f108-8a0f-4162-87e7-039355b66eb3" providerId="ADAL" clId="{33734E51-A718-487A-B91D-7CF0681CD74E}" dt="2023-03-27T19:45:53.843" v="948"/>
          <ac:cxnSpMkLst>
            <pc:docMk/>
            <pc:sldMk cId="1116876228" sldId="266"/>
            <ac:cxnSpMk id="27" creationId="{2DDFCFD6-9D80-510B-68AF-5D033CB14292}"/>
          </ac:cxnSpMkLst>
        </pc:cxnChg>
        <pc:cxnChg chg="add mod">
          <ac:chgData name="Matthew James" userId="f666f108-8a0f-4162-87e7-039355b66eb3" providerId="ADAL" clId="{33734E51-A718-487A-B91D-7CF0681CD74E}" dt="2023-03-27T19:54:46.960" v="1181" actId="14100"/>
          <ac:cxnSpMkLst>
            <pc:docMk/>
            <pc:sldMk cId="1116876228" sldId="266"/>
            <ac:cxnSpMk id="40" creationId="{F706A1BB-C349-7EAC-3169-BF56743DD63A}"/>
          </ac:cxnSpMkLst>
        </pc:cxnChg>
        <pc:cxnChg chg="add del mod">
          <ac:chgData name="Matthew James" userId="f666f108-8a0f-4162-87e7-039355b66eb3" providerId="ADAL" clId="{33734E51-A718-487A-B91D-7CF0681CD74E}" dt="2023-03-27T20:12:01.911" v="1386" actId="478"/>
          <ac:cxnSpMkLst>
            <pc:docMk/>
            <pc:sldMk cId="1116876228" sldId="266"/>
            <ac:cxnSpMk id="41" creationId="{310E5819-A335-8839-E70F-00F09FEEED9F}"/>
          </ac:cxnSpMkLst>
        </pc:cxnChg>
        <pc:cxnChg chg="add mod">
          <ac:chgData name="Matthew James" userId="f666f108-8a0f-4162-87e7-039355b66eb3" providerId="ADAL" clId="{33734E51-A718-487A-B91D-7CF0681CD74E}" dt="2023-03-27T20:14:47.515" v="1444" actId="1076"/>
          <ac:cxnSpMkLst>
            <pc:docMk/>
            <pc:sldMk cId="1116876228" sldId="266"/>
            <ac:cxnSpMk id="42" creationId="{D3304A80-FB86-8723-E810-C7EC02754FAC}"/>
          </ac:cxnSpMkLst>
        </pc:cxnChg>
        <pc:cxnChg chg="add mod">
          <ac:chgData name="Matthew James" userId="f666f108-8a0f-4162-87e7-039355b66eb3" providerId="ADAL" clId="{33734E51-A718-487A-B91D-7CF0681CD74E}" dt="2023-03-27T20:14:47.515" v="1444" actId="1076"/>
          <ac:cxnSpMkLst>
            <pc:docMk/>
            <pc:sldMk cId="1116876228" sldId="266"/>
            <ac:cxnSpMk id="43" creationId="{2462E686-E3F6-7117-31C9-4D6208497294}"/>
          </ac:cxnSpMkLst>
        </pc:cxnChg>
        <pc:cxnChg chg="add mod">
          <ac:chgData name="Matthew James" userId="f666f108-8a0f-4162-87e7-039355b66eb3" providerId="ADAL" clId="{33734E51-A718-487A-B91D-7CF0681CD74E}" dt="2023-03-27T20:14:47.515" v="1444" actId="1076"/>
          <ac:cxnSpMkLst>
            <pc:docMk/>
            <pc:sldMk cId="1116876228" sldId="266"/>
            <ac:cxnSpMk id="44" creationId="{E027E249-9E5F-199F-0D4C-9B076346450C}"/>
          </ac:cxnSpMkLst>
        </pc:cxnChg>
        <pc:cxnChg chg="add mod">
          <ac:chgData name="Matthew James" userId="f666f108-8a0f-4162-87e7-039355b66eb3" providerId="ADAL" clId="{33734E51-A718-487A-B91D-7CF0681CD74E}" dt="2023-03-27T20:16:20.696" v="1477" actId="1076"/>
          <ac:cxnSpMkLst>
            <pc:docMk/>
            <pc:sldMk cId="1116876228" sldId="266"/>
            <ac:cxnSpMk id="45" creationId="{09F149FA-3072-0641-9A1E-88681E44F90E}"/>
          </ac:cxnSpMkLst>
        </pc:cxnChg>
        <pc:cxnChg chg="add mod">
          <ac:chgData name="Matthew James" userId="f666f108-8a0f-4162-87e7-039355b66eb3" providerId="ADAL" clId="{33734E51-A718-487A-B91D-7CF0681CD74E}" dt="2023-03-27T20:16:25.706" v="1478" actId="1076"/>
          <ac:cxnSpMkLst>
            <pc:docMk/>
            <pc:sldMk cId="1116876228" sldId="266"/>
            <ac:cxnSpMk id="46" creationId="{EA291EFF-E9D2-ACC9-1C9C-5AB17A421801}"/>
          </ac:cxnSpMkLst>
        </pc:cxnChg>
        <pc:cxnChg chg="add mod">
          <ac:chgData name="Matthew James" userId="f666f108-8a0f-4162-87e7-039355b66eb3" providerId="ADAL" clId="{33734E51-A718-487A-B91D-7CF0681CD74E}" dt="2023-03-27T20:16:20.696" v="1477" actId="1076"/>
          <ac:cxnSpMkLst>
            <pc:docMk/>
            <pc:sldMk cId="1116876228" sldId="266"/>
            <ac:cxnSpMk id="47" creationId="{6855705C-BDC1-617D-52B4-EB97768CE7DA}"/>
          </ac:cxnSpMkLst>
        </pc:cxnChg>
        <pc:cxnChg chg="add mod">
          <ac:chgData name="Matthew James" userId="f666f108-8a0f-4162-87e7-039355b66eb3" providerId="ADAL" clId="{33734E51-A718-487A-B91D-7CF0681CD74E}" dt="2023-03-27T20:17:25.293" v="1515" actId="1076"/>
          <ac:cxnSpMkLst>
            <pc:docMk/>
            <pc:sldMk cId="1116876228" sldId="266"/>
            <ac:cxnSpMk id="48" creationId="{27AE22F7-F489-619C-AEFF-0C133A7F0B66}"/>
          </ac:cxnSpMkLst>
        </pc:cxnChg>
        <pc:cxnChg chg="add mod ord">
          <ac:chgData name="Matthew James" userId="f666f108-8a0f-4162-87e7-039355b66eb3" providerId="ADAL" clId="{33734E51-A718-487A-B91D-7CF0681CD74E}" dt="2023-03-27T20:24:21.880" v="1625" actId="14100"/>
          <ac:cxnSpMkLst>
            <pc:docMk/>
            <pc:sldMk cId="1116876228" sldId="266"/>
            <ac:cxnSpMk id="49" creationId="{0C99D0BD-73B6-3527-C42F-4050D431B3A2}"/>
          </ac:cxnSpMkLst>
        </pc:cxnChg>
        <pc:cxnChg chg="add mod">
          <ac:chgData name="Matthew James" userId="f666f108-8a0f-4162-87e7-039355b66eb3" providerId="ADAL" clId="{33734E51-A718-487A-B91D-7CF0681CD74E}" dt="2023-03-27T20:03:48.241" v="1266" actId="14100"/>
          <ac:cxnSpMkLst>
            <pc:docMk/>
            <pc:sldMk cId="1116876228" sldId="266"/>
            <ac:cxnSpMk id="50" creationId="{C977D17E-EE37-C224-C6B9-CC6AA78E1DBC}"/>
          </ac:cxnSpMkLst>
        </pc:cxnChg>
        <pc:cxnChg chg="add mod">
          <ac:chgData name="Matthew James" userId="f666f108-8a0f-4162-87e7-039355b66eb3" providerId="ADAL" clId="{33734E51-A718-487A-B91D-7CF0681CD74E}" dt="2023-03-27T20:03:48.241" v="1266" actId="14100"/>
          <ac:cxnSpMkLst>
            <pc:docMk/>
            <pc:sldMk cId="1116876228" sldId="266"/>
            <ac:cxnSpMk id="51" creationId="{26F6882E-F199-473F-C499-65E5B3327C29}"/>
          </ac:cxnSpMkLst>
        </pc:cxnChg>
        <pc:cxnChg chg="add del mod">
          <ac:chgData name="Matthew James" userId="f666f108-8a0f-4162-87e7-039355b66eb3" providerId="ADAL" clId="{33734E51-A718-487A-B91D-7CF0681CD74E}" dt="2023-03-27T19:54:38.838" v="1179" actId="478"/>
          <ac:cxnSpMkLst>
            <pc:docMk/>
            <pc:sldMk cId="1116876228" sldId="266"/>
            <ac:cxnSpMk id="52" creationId="{FAA13D55-78CB-3601-201B-36A714FB7290}"/>
          </ac:cxnSpMkLst>
        </pc:cxnChg>
      </pc:sldChg>
      <pc:sldChg chg="new del">
        <pc:chgData name="Matthew James" userId="f666f108-8a0f-4162-87e7-039355b66eb3" providerId="ADAL" clId="{33734E51-A718-487A-B91D-7CF0681CD74E}" dt="2023-03-27T19:34:09.526" v="858" actId="47"/>
        <pc:sldMkLst>
          <pc:docMk/>
          <pc:sldMk cId="1870033230" sldId="269"/>
        </pc:sldMkLst>
      </pc:sldChg>
      <pc:sldChg chg="new del">
        <pc:chgData name="Matthew James" userId="f666f108-8a0f-4162-87e7-039355b66eb3" providerId="ADAL" clId="{33734E51-A718-487A-B91D-7CF0681CD74E}" dt="2023-03-27T20:04:12.611" v="1270" actId="47"/>
        <pc:sldMkLst>
          <pc:docMk/>
          <pc:sldMk cId="3993973245" sldId="269"/>
        </pc:sldMkLst>
      </pc:sldChg>
      <pc:sldChg chg="modSp add mod">
        <pc:chgData name="Matthew James" userId="f666f108-8a0f-4162-87e7-039355b66eb3" providerId="ADAL" clId="{33734E51-A718-487A-B91D-7CF0681CD74E}" dt="2023-03-27T20:51:22.407" v="1898" actId="1076"/>
        <pc:sldMkLst>
          <pc:docMk/>
          <pc:sldMk cId="419459950" sldId="270"/>
        </pc:sldMkLst>
        <pc:spChg chg="mod">
          <ac:chgData name="Matthew James" userId="f666f108-8a0f-4162-87e7-039355b66eb3" providerId="ADAL" clId="{33734E51-A718-487A-B91D-7CF0681CD74E}" dt="2023-03-27T20:51:22.407" v="1898" actId="1076"/>
          <ac:spMkLst>
            <pc:docMk/>
            <pc:sldMk cId="419459950" sldId="270"/>
            <ac:spMk id="9" creationId="{5E6CF03C-8C35-9D36-B1A7-0B7B9028E2D7}"/>
          </ac:spMkLst>
        </pc:spChg>
        <pc:spChg chg="mod">
          <ac:chgData name="Matthew James" userId="f666f108-8a0f-4162-87e7-039355b66eb3" providerId="ADAL" clId="{33734E51-A718-487A-B91D-7CF0681CD74E}" dt="2023-03-27T20:51:22.407" v="1898" actId="1076"/>
          <ac:spMkLst>
            <pc:docMk/>
            <pc:sldMk cId="419459950" sldId="270"/>
            <ac:spMk id="14" creationId="{4E396E83-CB35-2D8B-42D6-717ED534B823}"/>
          </ac:spMkLst>
        </pc:spChg>
        <pc:spChg chg="mod">
          <ac:chgData name="Matthew James" userId="f666f108-8a0f-4162-87e7-039355b66eb3" providerId="ADAL" clId="{33734E51-A718-487A-B91D-7CF0681CD74E}" dt="2023-03-27T20:51:22.407" v="1898" actId="1076"/>
          <ac:spMkLst>
            <pc:docMk/>
            <pc:sldMk cId="419459950" sldId="270"/>
            <ac:spMk id="15" creationId="{547679C2-ABF4-0239-43BA-0EC9474A794F}"/>
          </ac:spMkLst>
        </pc:spChg>
        <pc:spChg chg="mod">
          <ac:chgData name="Matthew James" userId="f666f108-8a0f-4162-87e7-039355b66eb3" providerId="ADAL" clId="{33734E51-A718-487A-B91D-7CF0681CD74E}" dt="2023-03-27T20:51:22.407" v="1898" actId="1076"/>
          <ac:spMkLst>
            <pc:docMk/>
            <pc:sldMk cId="419459950" sldId="270"/>
            <ac:spMk id="16" creationId="{6E326961-4610-17E2-D6D5-D1D5E72C4607}"/>
          </ac:spMkLst>
        </pc:spChg>
        <pc:spChg chg="mod">
          <ac:chgData name="Matthew James" userId="f666f108-8a0f-4162-87e7-039355b66eb3" providerId="ADAL" clId="{33734E51-A718-487A-B91D-7CF0681CD74E}" dt="2023-03-27T20:51:22.407" v="1898" actId="1076"/>
          <ac:spMkLst>
            <pc:docMk/>
            <pc:sldMk cId="419459950" sldId="270"/>
            <ac:spMk id="17" creationId="{8C894599-9C3F-67E4-33BA-48CCCEFAE615}"/>
          </ac:spMkLst>
        </pc:spChg>
        <pc:spChg chg="mod">
          <ac:chgData name="Matthew James" userId="f666f108-8a0f-4162-87e7-039355b66eb3" providerId="ADAL" clId="{33734E51-A718-487A-B91D-7CF0681CD74E}" dt="2023-03-27T20:51:22.407" v="1898" actId="1076"/>
          <ac:spMkLst>
            <pc:docMk/>
            <pc:sldMk cId="419459950" sldId="270"/>
            <ac:spMk id="18" creationId="{2A1AC5F3-0100-1E50-5D0B-A0902A16C967}"/>
          </ac:spMkLst>
        </pc:spChg>
        <pc:spChg chg="mod">
          <ac:chgData name="Matthew James" userId="f666f108-8a0f-4162-87e7-039355b66eb3" providerId="ADAL" clId="{33734E51-A718-487A-B91D-7CF0681CD74E}" dt="2023-03-27T20:51:22.407" v="1898" actId="1076"/>
          <ac:spMkLst>
            <pc:docMk/>
            <pc:sldMk cId="419459950" sldId="270"/>
            <ac:spMk id="29" creationId="{7B546A35-A057-CB96-956A-E59C747B41D4}"/>
          </ac:spMkLst>
        </pc:spChg>
        <pc:spChg chg="mod">
          <ac:chgData name="Matthew James" userId="f666f108-8a0f-4162-87e7-039355b66eb3" providerId="ADAL" clId="{33734E51-A718-487A-B91D-7CF0681CD74E}" dt="2023-03-27T20:51:22.407" v="1898" actId="1076"/>
          <ac:spMkLst>
            <pc:docMk/>
            <pc:sldMk cId="419459950" sldId="270"/>
            <ac:spMk id="31" creationId="{6B1786A5-1C18-C927-53EB-A2928D02AD07}"/>
          </ac:spMkLst>
        </pc:spChg>
        <pc:spChg chg="mod">
          <ac:chgData name="Matthew James" userId="f666f108-8a0f-4162-87e7-039355b66eb3" providerId="ADAL" clId="{33734E51-A718-487A-B91D-7CF0681CD74E}" dt="2023-03-27T20:51:22.407" v="1898" actId="1076"/>
          <ac:spMkLst>
            <pc:docMk/>
            <pc:sldMk cId="419459950" sldId="270"/>
            <ac:spMk id="33" creationId="{B6D29745-2AA8-9683-B46D-00EE8736CCBD}"/>
          </ac:spMkLst>
        </pc:spChg>
        <pc:spChg chg="mod">
          <ac:chgData name="Matthew James" userId="f666f108-8a0f-4162-87e7-039355b66eb3" providerId="ADAL" clId="{33734E51-A718-487A-B91D-7CF0681CD74E}" dt="2023-03-27T20:51:22.407" v="1898" actId="1076"/>
          <ac:spMkLst>
            <pc:docMk/>
            <pc:sldMk cId="419459950" sldId="270"/>
            <ac:spMk id="37" creationId="{B08F9D3B-23B8-3FC0-F769-D83DD45504CA}"/>
          </ac:spMkLst>
        </pc:spChg>
        <pc:spChg chg="mod">
          <ac:chgData name="Matthew James" userId="f666f108-8a0f-4162-87e7-039355b66eb3" providerId="ADAL" clId="{33734E51-A718-487A-B91D-7CF0681CD74E}" dt="2023-03-27T20:51:22.407" v="1898" actId="1076"/>
          <ac:spMkLst>
            <pc:docMk/>
            <pc:sldMk cId="419459950" sldId="270"/>
            <ac:spMk id="38" creationId="{7FFEC183-92A3-4921-8093-5D3D0C17C01D}"/>
          </ac:spMkLst>
        </pc:spChg>
        <pc:spChg chg="mod">
          <ac:chgData name="Matthew James" userId="f666f108-8a0f-4162-87e7-039355b66eb3" providerId="ADAL" clId="{33734E51-A718-487A-B91D-7CF0681CD74E}" dt="2023-03-27T20:51:22.407" v="1898" actId="1076"/>
          <ac:spMkLst>
            <pc:docMk/>
            <pc:sldMk cId="419459950" sldId="270"/>
            <ac:spMk id="82" creationId="{1F22A38D-51AC-095B-8BAF-A4117F47AAE8}"/>
          </ac:spMkLst>
        </pc:spChg>
        <pc:spChg chg="mod">
          <ac:chgData name="Matthew James" userId="f666f108-8a0f-4162-87e7-039355b66eb3" providerId="ADAL" clId="{33734E51-A718-487A-B91D-7CF0681CD74E}" dt="2023-03-27T20:51:22.407" v="1898" actId="1076"/>
          <ac:spMkLst>
            <pc:docMk/>
            <pc:sldMk cId="419459950" sldId="270"/>
            <ac:spMk id="83" creationId="{A182C705-32F2-9CA8-CAD9-9EE973BFFD3B}"/>
          </ac:spMkLst>
        </pc:spChg>
        <pc:spChg chg="mod">
          <ac:chgData name="Matthew James" userId="f666f108-8a0f-4162-87e7-039355b66eb3" providerId="ADAL" clId="{33734E51-A718-487A-B91D-7CF0681CD74E}" dt="2023-03-27T20:51:22.407" v="1898" actId="1076"/>
          <ac:spMkLst>
            <pc:docMk/>
            <pc:sldMk cId="419459950" sldId="270"/>
            <ac:spMk id="84" creationId="{251F8E14-CD40-882D-B918-D778E6A6E884}"/>
          </ac:spMkLst>
        </pc:spChg>
        <pc:spChg chg="mod">
          <ac:chgData name="Matthew James" userId="f666f108-8a0f-4162-87e7-039355b66eb3" providerId="ADAL" clId="{33734E51-A718-487A-B91D-7CF0681CD74E}" dt="2023-03-27T20:51:22.407" v="1898" actId="1076"/>
          <ac:spMkLst>
            <pc:docMk/>
            <pc:sldMk cId="419459950" sldId="270"/>
            <ac:spMk id="85" creationId="{AF65B579-D616-A922-6455-A570903C45D2}"/>
          </ac:spMkLst>
        </pc:spChg>
        <pc:spChg chg="mod">
          <ac:chgData name="Matthew James" userId="f666f108-8a0f-4162-87e7-039355b66eb3" providerId="ADAL" clId="{33734E51-A718-487A-B91D-7CF0681CD74E}" dt="2023-03-27T20:51:22.407" v="1898" actId="1076"/>
          <ac:spMkLst>
            <pc:docMk/>
            <pc:sldMk cId="419459950" sldId="270"/>
            <ac:spMk id="95" creationId="{7EE18BF4-80E3-54A2-C931-2072C9D154B6}"/>
          </ac:spMkLst>
        </pc:spChg>
        <pc:picChg chg="mod">
          <ac:chgData name="Matthew James" userId="f666f108-8a0f-4162-87e7-039355b66eb3" providerId="ADAL" clId="{33734E51-A718-487A-B91D-7CF0681CD74E}" dt="2023-03-27T20:51:22.407" v="1898" actId="1076"/>
          <ac:picMkLst>
            <pc:docMk/>
            <pc:sldMk cId="419459950" sldId="270"/>
            <ac:picMk id="5" creationId="{BE5C2F91-8B48-7346-5D09-6231365FC76E}"/>
          </ac:picMkLst>
        </pc:picChg>
        <pc:picChg chg="mod">
          <ac:chgData name="Matthew James" userId="f666f108-8a0f-4162-87e7-039355b66eb3" providerId="ADAL" clId="{33734E51-A718-487A-B91D-7CF0681CD74E}" dt="2023-03-27T20:51:22.407" v="1898" actId="1076"/>
          <ac:picMkLst>
            <pc:docMk/>
            <pc:sldMk cId="419459950" sldId="270"/>
            <ac:picMk id="6" creationId="{0A52DC9E-4696-FD1A-9C42-B9B2B11C2B66}"/>
          </ac:picMkLst>
        </pc:picChg>
        <pc:picChg chg="mod">
          <ac:chgData name="Matthew James" userId="f666f108-8a0f-4162-87e7-039355b66eb3" providerId="ADAL" clId="{33734E51-A718-487A-B91D-7CF0681CD74E}" dt="2023-03-27T20:51:22.407" v="1898" actId="1076"/>
          <ac:picMkLst>
            <pc:docMk/>
            <pc:sldMk cId="419459950" sldId="270"/>
            <ac:picMk id="7" creationId="{0900EDBC-F02A-5FD1-CE1E-DD5E30162073}"/>
          </ac:picMkLst>
        </pc:picChg>
        <pc:picChg chg="mod">
          <ac:chgData name="Matthew James" userId="f666f108-8a0f-4162-87e7-039355b66eb3" providerId="ADAL" clId="{33734E51-A718-487A-B91D-7CF0681CD74E}" dt="2023-03-27T20:51:22.407" v="1898" actId="1076"/>
          <ac:picMkLst>
            <pc:docMk/>
            <pc:sldMk cId="419459950" sldId="270"/>
            <ac:picMk id="8" creationId="{BE24ED8A-22FE-4045-6783-6488C4EF7838}"/>
          </ac:picMkLst>
        </pc:picChg>
        <pc:picChg chg="mod">
          <ac:chgData name="Matthew James" userId="f666f108-8a0f-4162-87e7-039355b66eb3" providerId="ADAL" clId="{33734E51-A718-487A-B91D-7CF0681CD74E}" dt="2023-03-27T20:51:22.407" v="1898" actId="1076"/>
          <ac:picMkLst>
            <pc:docMk/>
            <pc:sldMk cId="419459950" sldId="270"/>
            <ac:picMk id="10" creationId="{CA0AAB25-A03D-C22C-87FF-2C04F6B6191C}"/>
          </ac:picMkLst>
        </pc:picChg>
        <pc:picChg chg="mod">
          <ac:chgData name="Matthew James" userId="f666f108-8a0f-4162-87e7-039355b66eb3" providerId="ADAL" clId="{33734E51-A718-487A-B91D-7CF0681CD74E}" dt="2023-03-27T20:51:22.407" v="1898" actId="1076"/>
          <ac:picMkLst>
            <pc:docMk/>
            <pc:sldMk cId="419459950" sldId="270"/>
            <ac:picMk id="11" creationId="{FAA612CE-5255-4CBA-35BF-B1E42F56DB0B}"/>
          </ac:picMkLst>
        </pc:picChg>
        <pc:picChg chg="mod">
          <ac:chgData name="Matthew James" userId="f666f108-8a0f-4162-87e7-039355b66eb3" providerId="ADAL" clId="{33734E51-A718-487A-B91D-7CF0681CD74E}" dt="2023-03-27T20:51:22.407" v="1898" actId="1076"/>
          <ac:picMkLst>
            <pc:docMk/>
            <pc:sldMk cId="419459950" sldId="270"/>
            <ac:picMk id="28" creationId="{B09B5764-B303-D58D-CA34-D8157B426892}"/>
          </ac:picMkLst>
        </pc:picChg>
        <pc:picChg chg="mod">
          <ac:chgData name="Matthew James" userId="f666f108-8a0f-4162-87e7-039355b66eb3" providerId="ADAL" clId="{33734E51-A718-487A-B91D-7CF0681CD74E}" dt="2023-03-27T20:51:22.407" v="1898" actId="1076"/>
          <ac:picMkLst>
            <pc:docMk/>
            <pc:sldMk cId="419459950" sldId="270"/>
            <ac:picMk id="30" creationId="{9E503D8D-D7A7-14B2-AAE4-64330B0094B2}"/>
          </ac:picMkLst>
        </pc:picChg>
        <pc:picChg chg="mod">
          <ac:chgData name="Matthew James" userId="f666f108-8a0f-4162-87e7-039355b66eb3" providerId="ADAL" clId="{33734E51-A718-487A-B91D-7CF0681CD74E}" dt="2023-03-27T20:51:22.407" v="1898" actId="1076"/>
          <ac:picMkLst>
            <pc:docMk/>
            <pc:sldMk cId="419459950" sldId="270"/>
            <ac:picMk id="32" creationId="{4E4B9749-E5C7-4F17-499E-B083B83DADA9}"/>
          </ac:picMkLst>
        </pc:picChg>
        <pc:picChg chg="mod">
          <ac:chgData name="Matthew James" userId="f666f108-8a0f-4162-87e7-039355b66eb3" providerId="ADAL" clId="{33734E51-A718-487A-B91D-7CF0681CD74E}" dt="2023-03-27T20:51:22.407" v="1898" actId="1076"/>
          <ac:picMkLst>
            <pc:docMk/>
            <pc:sldMk cId="419459950" sldId="270"/>
            <ac:picMk id="34" creationId="{C2C10CEB-6CE7-1975-6702-A84A72912971}"/>
          </ac:picMkLst>
        </pc:picChg>
        <pc:picChg chg="mod">
          <ac:chgData name="Matthew James" userId="f666f108-8a0f-4162-87e7-039355b66eb3" providerId="ADAL" clId="{33734E51-A718-487A-B91D-7CF0681CD74E}" dt="2023-03-27T20:51:22.407" v="1898" actId="1076"/>
          <ac:picMkLst>
            <pc:docMk/>
            <pc:sldMk cId="419459950" sldId="270"/>
            <ac:picMk id="36" creationId="{2F6B684C-DD12-1245-1F6E-C4340F6E19A9}"/>
          </ac:picMkLst>
        </pc:picChg>
        <pc:cxnChg chg="mod">
          <ac:chgData name="Matthew James" userId="f666f108-8a0f-4162-87e7-039355b66eb3" providerId="ADAL" clId="{33734E51-A718-487A-B91D-7CF0681CD74E}" dt="2023-03-27T20:51:22.407" v="1898" actId="1076"/>
          <ac:cxnSpMkLst>
            <pc:docMk/>
            <pc:sldMk cId="419459950" sldId="270"/>
            <ac:cxnSpMk id="40" creationId="{F706A1BB-C349-7EAC-3169-BF56743DD63A}"/>
          </ac:cxnSpMkLst>
        </pc:cxnChg>
        <pc:cxnChg chg="mod">
          <ac:chgData name="Matthew James" userId="f666f108-8a0f-4162-87e7-039355b66eb3" providerId="ADAL" clId="{33734E51-A718-487A-B91D-7CF0681CD74E}" dt="2023-03-27T20:51:22.407" v="1898" actId="1076"/>
          <ac:cxnSpMkLst>
            <pc:docMk/>
            <pc:sldMk cId="419459950" sldId="270"/>
            <ac:cxnSpMk id="41" creationId="{310E5819-A335-8839-E70F-00F09FEEED9F}"/>
          </ac:cxnSpMkLst>
        </pc:cxnChg>
        <pc:cxnChg chg="mod">
          <ac:chgData name="Matthew James" userId="f666f108-8a0f-4162-87e7-039355b66eb3" providerId="ADAL" clId="{33734E51-A718-487A-B91D-7CF0681CD74E}" dt="2023-03-27T20:51:22.407" v="1898" actId="1076"/>
          <ac:cxnSpMkLst>
            <pc:docMk/>
            <pc:sldMk cId="419459950" sldId="270"/>
            <ac:cxnSpMk id="42" creationId="{D3304A80-FB86-8723-E810-C7EC02754FAC}"/>
          </ac:cxnSpMkLst>
        </pc:cxnChg>
        <pc:cxnChg chg="mod">
          <ac:chgData name="Matthew James" userId="f666f108-8a0f-4162-87e7-039355b66eb3" providerId="ADAL" clId="{33734E51-A718-487A-B91D-7CF0681CD74E}" dt="2023-03-27T20:51:22.407" v="1898" actId="1076"/>
          <ac:cxnSpMkLst>
            <pc:docMk/>
            <pc:sldMk cId="419459950" sldId="270"/>
            <ac:cxnSpMk id="43" creationId="{2462E686-E3F6-7117-31C9-4D6208497294}"/>
          </ac:cxnSpMkLst>
        </pc:cxnChg>
        <pc:cxnChg chg="mod">
          <ac:chgData name="Matthew James" userId="f666f108-8a0f-4162-87e7-039355b66eb3" providerId="ADAL" clId="{33734E51-A718-487A-B91D-7CF0681CD74E}" dt="2023-03-27T20:51:22.407" v="1898" actId="1076"/>
          <ac:cxnSpMkLst>
            <pc:docMk/>
            <pc:sldMk cId="419459950" sldId="270"/>
            <ac:cxnSpMk id="44" creationId="{E027E249-9E5F-199F-0D4C-9B076346450C}"/>
          </ac:cxnSpMkLst>
        </pc:cxnChg>
        <pc:cxnChg chg="mod">
          <ac:chgData name="Matthew James" userId="f666f108-8a0f-4162-87e7-039355b66eb3" providerId="ADAL" clId="{33734E51-A718-487A-B91D-7CF0681CD74E}" dt="2023-03-27T20:51:22.407" v="1898" actId="1076"/>
          <ac:cxnSpMkLst>
            <pc:docMk/>
            <pc:sldMk cId="419459950" sldId="270"/>
            <ac:cxnSpMk id="45" creationId="{09F149FA-3072-0641-9A1E-88681E44F90E}"/>
          </ac:cxnSpMkLst>
        </pc:cxnChg>
        <pc:cxnChg chg="mod">
          <ac:chgData name="Matthew James" userId="f666f108-8a0f-4162-87e7-039355b66eb3" providerId="ADAL" clId="{33734E51-A718-487A-B91D-7CF0681CD74E}" dt="2023-03-27T20:51:22.407" v="1898" actId="1076"/>
          <ac:cxnSpMkLst>
            <pc:docMk/>
            <pc:sldMk cId="419459950" sldId="270"/>
            <ac:cxnSpMk id="46" creationId="{EA291EFF-E9D2-ACC9-1C9C-5AB17A421801}"/>
          </ac:cxnSpMkLst>
        </pc:cxnChg>
        <pc:cxnChg chg="mod">
          <ac:chgData name="Matthew James" userId="f666f108-8a0f-4162-87e7-039355b66eb3" providerId="ADAL" clId="{33734E51-A718-487A-B91D-7CF0681CD74E}" dt="2023-03-27T20:51:22.407" v="1898" actId="1076"/>
          <ac:cxnSpMkLst>
            <pc:docMk/>
            <pc:sldMk cId="419459950" sldId="270"/>
            <ac:cxnSpMk id="47" creationId="{6855705C-BDC1-617D-52B4-EB97768CE7DA}"/>
          </ac:cxnSpMkLst>
        </pc:cxnChg>
        <pc:cxnChg chg="mod">
          <ac:chgData name="Matthew James" userId="f666f108-8a0f-4162-87e7-039355b66eb3" providerId="ADAL" clId="{33734E51-A718-487A-B91D-7CF0681CD74E}" dt="2023-03-27T20:51:22.407" v="1898" actId="1076"/>
          <ac:cxnSpMkLst>
            <pc:docMk/>
            <pc:sldMk cId="419459950" sldId="270"/>
            <ac:cxnSpMk id="48" creationId="{27AE22F7-F489-619C-AEFF-0C133A7F0B66}"/>
          </ac:cxnSpMkLst>
        </pc:cxnChg>
        <pc:cxnChg chg="mod">
          <ac:chgData name="Matthew James" userId="f666f108-8a0f-4162-87e7-039355b66eb3" providerId="ADAL" clId="{33734E51-A718-487A-B91D-7CF0681CD74E}" dt="2023-03-27T20:51:22.407" v="1898" actId="1076"/>
          <ac:cxnSpMkLst>
            <pc:docMk/>
            <pc:sldMk cId="419459950" sldId="270"/>
            <ac:cxnSpMk id="49" creationId="{0C99D0BD-73B6-3527-C42F-4050D431B3A2}"/>
          </ac:cxnSpMkLst>
        </pc:cxnChg>
        <pc:cxnChg chg="mod">
          <ac:chgData name="Matthew James" userId="f666f108-8a0f-4162-87e7-039355b66eb3" providerId="ADAL" clId="{33734E51-A718-487A-B91D-7CF0681CD74E}" dt="2023-03-27T20:51:22.407" v="1898" actId="1076"/>
          <ac:cxnSpMkLst>
            <pc:docMk/>
            <pc:sldMk cId="419459950" sldId="270"/>
            <ac:cxnSpMk id="50" creationId="{C977D17E-EE37-C224-C6B9-CC6AA78E1DBC}"/>
          </ac:cxnSpMkLst>
        </pc:cxnChg>
        <pc:cxnChg chg="mod">
          <ac:chgData name="Matthew James" userId="f666f108-8a0f-4162-87e7-039355b66eb3" providerId="ADAL" clId="{33734E51-A718-487A-B91D-7CF0681CD74E}" dt="2023-03-27T20:51:22.407" v="1898" actId="1076"/>
          <ac:cxnSpMkLst>
            <pc:docMk/>
            <pc:sldMk cId="419459950" sldId="270"/>
            <ac:cxnSpMk id="51" creationId="{26F6882E-F199-473F-C499-65E5B3327C29}"/>
          </ac:cxnSpMkLst>
        </pc:cxnChg>
      </pc:sldChg>
      <pc:sldChg chg="add del">
        <pc:chgData name="Matthew James" userId="f666f108-8a0f-4162-87e7-039355b66eb3" providerId="ADAL" clId="{33734E51-A718-487A-B91D-7CF0681CD74E}" dt="2023-03-27T20:49:01.746" v="1870" actId="47"/>
        <pc:sldMkLst>
          <pc:docMk/>
          <pc:sldMk cId="4051873114" sldId="271"/>
        </pc:sldMkLst>
      </pc:sldChg>
    </pc:docChg>
  </pc:docChgLst>
  <pc:docChgLst>
    <pc:chgData name="Matthew James" userId="f666f108-8a0f-4162-87e7-039355b66eb3" providerId="ADAL" clId="{7F483A30-FCDE-4055-8259-EA73AF553750}"/>
    <pc:docChg chg="undo custSel addSld delSld modSld">
      <pc:chgData name="Matthew James" userId="f666f108-8a0f-4162-87e7-039355b66eb3" providerId="ADAL" clId="{7F483A30-FCDE-4055-8259-EA73AF553750}" dt="2023-03-29T10:06:41.952" v="440" actId="12"/>
      <pc:docMkLst>
        <pc:docMk/>
      </pc:docMkLst>
      <pc:sldChg chg="modSp mod">
        <pc:chgData name="Matthew James" userId="f666f108-8a0f-4162-87e7-039355b66eb3" providerId="ADAL" clId="{7F483A30-FCDE-4055-8259-EA73AF553750}" dt="2023-03-29T09:38:39.268" v="2" actId="404"/>
        <pc:sldMkLst>
          <pc:docMk/>
          <pc:sldMk cId="3153427848" sldId="257"/>
        </pc:sldMkLst>
        <pc:spChg chg="mod">
          <ac:chgData name="Matthew James" userId="f666f108-8a0f-4162-87e7-039355b66eb3" providerId="ADAL" clId="{7F483A30-FCDE-4055-8259-EA73AF553750}" dt="2023-03-29T09:38:39.268" v="2" actId="404"/>
          <ac:spMkLst>
            <pc:docMk/>
            <pc:sldMk cId="3153427848" sldId="257"/>
            <ac:spMk id="3" creationId="{E658AD10-51E4-F8A4-1F6E-B290B92AB310}"/>
          </ac:spMkLst>
        </pc:spChg>
      </pc:sldChg>
      <pc:sldChg chg="del">
        <pc:chgData name="Matthew James" userId="f666f108-8a0f-4162-87e7-039355b66eb3" providerId="ADAL" clId="{7F483A30-FCDE-4055-8259-EA73AF553750}" dt="2023-03-29T09:40:33.690" v="87" actId="47"/>
        <pc:sldMkLst>
          <pc:docMk/>
          <pc:sldMk cId="1690424485" sldId="258"/>
        </pc:sldMkLst>
      </pc:sldChg>
      <pc:sldChg chg="addSp modSp mod">
        <pc:chgData name="Matthew James" userId="f666f108-8a0f-4162-87e7-039355b66eb3" providerId="ADAL" clId="{7F483A30-FCDE-4055-8259-EA73AF553750}" dt="2023-03-29T09:39:48.500" v="86" actId="20577"/>
        <pc:sldMkLst>
          <pc:docMk/>
          <pc:sldMk cId="708278313" sldId="268"/>
        </pc:sldMkLst>
        <pc:spChg chg="add mod">
          <ac:chgData name="Matthew James" userId="f666f108-8a0f-4162-87e7-039355b66eb3" providerId="ADAL" clId="{7F483A30-FCDE-4055-8259-EA73AF553750}" dt="2023-03-29T09:39:48.500" v="86" actId="20577"/>
          <ac:spMkLst>
            <pc:docMk/>
            <pc:sldMk cId="708278313" sldId="268"/>
            <ac:spMk id="31" creationId="{C5B0EAB4-544C-1A24-EFF6-8E93A65D039C}"/>
          </ac:spMkLst>
        </pc:spChg>
        <pc:cxnChg chg="add mod">
          <ac:chgData name="Matthew James" userId="f666f108-8a0f-4162-87e7-039355b66eb3" providerId="ADAL" clId="{7F483A30-FCDE-4055-8259-EA73AF553750}" dt="2023-03-29T09:39:48.500" v="86" actId="20577"/>
          <ac:cxnSpMkLst>
            <pc:docMk/>
            <pc:sldMk cId="708278313" sldId="268"/>
            <ac:cxnSpMk id="35" creationId="{638BD6BB-A6E0-44A3-F9C2-B4B919239A65}"/>
          </ac:cxnSpMkLst>
        </pc:cxnChg>
        <pc:cxnChg chg="mod">
          <ac:chgData name="Matthew James" userId="f666f108-8a0f-4162-87e7-039355b66eb3" providerId="ADAL" clId="{7F483A30-FCDE-4055-8259-EA73AF553750}" dt="2023-03-29T09:39:10.789" v="3" actId="14100"/>
          <ac:cxnSpMkLst>
            <pc:docMk/>
            <pc:sldMk cId="708278313" sldId="268"/>
            <ac:cxnSpMk id="63" creationId="{1819F0B8-A5CD-4382-9478-94F84313F6B4}"/>
          </ac:cxnSpMkLst>
        </pc:cxnChg>
      </pc:sldChg>
      <pc:sldChg chg="addSp modSp new mod">
        <pc:chgData name="Matthew James" userId="f666f108-8a0f-4162-87e7-039355b66eb3" providerId="ADAL" clId="{7F483A30-FCDE-4055-8259-EA73AF553750}" dt="2023-03-29T10:06:41.952" v="440" actId="12"/>
        <pc:sldMkLst>
          <pc:docMk/>
          <pc:sldMk cId="1490257980" sldId="271"/>
        </pc:sldMkLst>
        <pc:spChg chg="mod">
          <ac:chgData name="Matthew James" userId="f666f108-8a0f-4162-87e7-039355b66eb3" providerId="ADAL" clId="{7F483A30-FCDE-4055-8259-EA73AF553750}" dt="2023-03-29T09:45:10.597" v="233" actId="1076"/>
          <ac:spMkLst>
            <pc:docMk/>
            <pc:sldMk cId="1490257980" sldId="271"/>
            <ac:spMk id="2" creationId="{8B35F3BF-E465-9DD5-A620-BA456A2EC418}"/>
          </ac:spMkLst>
        </pc:spChg>
        <pc:spChg chg="mod">
          <ac:chgData name="Matthew James" userId="f666f108-8a0f-4162-87e7-039355b66eb3" providerId="ADAL" clId="{7F483A30-FCDE-4055-8259-EA73AF553750}" dt="2023-03-29T09:46:13.968" v="331" actId="20577"/>
          <ac:spMkLst>
            <pc:docMk/>
            <pc:sldMk cId="1490257980" sldId="271"/>
            <ac:spMk id="3" creationId="{A6D0FA37-20BB-0FFE-FEA2-6B1BD77C4B92}"/>
          </ac:spMkLst>
        </pc:spChg>
        <pc:graphicFrameChg chg="add mod modGraphic">
          <ac:chgData name="Matthew James" userId="f666f108-8a0f-4162-87e7-039355b66eb3" providerId="ADAL" clId="{7F483A30-FCDE-4055-8259-EA73AF553750}" dt="2023-03-29T10:06:41.952" v="440" actId="12"/>
          <ac:graphicFrameMkLst>
            <pc:docMk/>
            <pc:sldMk cId="1490257980" sldId="271"/>
            <ac:graphicFrameMk id="4" creationId="{FE09A6F1-B21D-9946-395D-B4745FFA1532}"/>
          </ac:graphicFrameMkLst>
        </pc:graphicFrameChg>
        <pc:graphicFrameChg chg="add mod">
          <ac:chgData name="Matthew James" userId="f666f108-8a0f-4162-87e7-039355b66eb3" providerId="ADAL" clId="{7F483A30-FCDE-4055-8259-EA73AF553750}" dt="2023-03-29T09:45:35.690" v="240" actId="1076"/>
          <ac:graphicFrameMkLst>
            <pc:docMk/>
            <pc:sldMk cId="1490257980" sldId="271"/>
            <ac:graphicFrameMk id="5" creationId="{CA15143B-7B9B-B56B-BAA2-D567372E138B}"/>
          </ac:graphicFrameMkLst>
        </pc:graphicFrameChg>
      </pc:sldChg>
      <pc:sldChg chg="new del">
        <pc:chgData name="Matthew James" userId="f666f108-8a0f-4162-87e7-039355b66eb3" providerId="ADAL" clId="{7F483A30-FCDE-4055-8259-EA73AF553750}" dt="2023-03-29T09:40:50.595" v="89" actId="47"/>
        <pc:sldMkLst>
          <pc:docMk/>
          <pc:sldMk cId="2879242903" sldId="271"/>
        </pc:sldMkLst>
      </pc:sldChg>
      <pc:sldChg chg="modSp add mod">
        <pc:chgData name="Matthew James" userId="f666f108-8a0f-4162-87e7-039355b66eb3" providerId="ADAL" clId="{7F483A30-FCDE-4055-8259-EA73AF553750}" dt="2023-03-29T09:48:03.241" v="385" actId="20577"/>
        <pc:sldMkLst>
          <pc:docMk/>
          <pc:sldMk cId="3850477970" sldId="272"/>
        </pc:sldMkLst>
        <pc:spChg chg="mod">
          <ac:chgData name="Matthew James" userId="f666f108-8a0f-4162-87e7-039355b66eb3" providerId="ADAL" clId="{7F483A30-FCDE-4055-8259-EA73AF553750}" dt="2023-03-29T09:48:03.241" v="385" actId="20577"/>
          <ac:spMkLst>
            <pc:docMk/>
            <pc:sldMk cId="3850477970" sldId="272"/>
            <ac:spMk id="2" creationId="{BDA0B6DE-CBC1-6497-3A1A-3B1F43C29A57}"/>
          </ac:spMkLst>
        </pc:spChg>
      </pc:sldChg>
      <pc:sldChg chg="add">
        <pc:chgData name="Matthew James" userId="f666f108-8a0f-4162-87e7-039355b66eb3" providerId="ADAL" clId="{7F483A30-FCDE-4055-8259-EA73AF553750}" dt="2023-03-29T09:48:41.162" v="388"/>
        <pc:sldMkLst>
          <pc:docMk/>
          <pc:sldMk cId="673529289" sldId="273"/>
        </pc:sldMkLst>
      </pc:sldChg>
      <pc:sldChg chg="add del">
        <pc:chgData name="Matthew James" userId="f666f108-8a0f-4162-87e7-039355b66eb3" providerId="ADAL" clId="{7F483A30-FCDE-4055-8259-EA73AF553750}" dt="2023-03-29T09:48:16.625" v="387"/>
        <pc:sldMkLst>
          <pc:docMk/>
          <pc:sldMk cId="1517562784" sldId="273"/>
        </pc:sldMkLst>
      </pc:sldChg>
      <pc:sldChg chg="add">
        <pc:chgData name="Matthew James" userId="f666f108-8a0f-4162-87e7-039355b66eb3" providerId="ADAL" clId="{7F483A30-FCDE-4055-8259-EA73AF553750}" dt="2023-03-29T09:48:48.200" v="389"/>
        <pc:sldMkLst>
          <pc:docMk/>
          <pc:sldMk cId="1700299025" sldId="274"/>
        </pc:sldMkLst>
      </pc:sldChg>
      <pc:sldChg chg="add">
        <pc:chgData name="Matthew James" userId="f666f108-8a0f-4162-87e7-039355b66eb3" providerId="ADAL" clId="{7F483A30-FCDE-4055-8259-EA73AF553750}" dt="2023-03-29T09:48:52.064" v="390"/>
        <pc:sldMkLst>
          <pc:docMk/>
          <pc:sldMk cId="1957674855" sldId="275"/>
        </pc:sldMkLst>
      </pc:sldChg>
      <pc:sldChg chg="add">
        <pc:chgData name="Matthew James" userId="f666f108-8a0f-4162-87e7-039355b66eb3" providerId="ADAL" clId="{7F483A30-FCDE-4055-8259-EA73AF553750}" dt="2023-03-29T09:48:59.841" v="391"/>
        <pc:sldMkLst>
          <pc:docMk/>
          <pc:sldMk cId="539361787" sldId="276"/>
        </pc:sldMkLst>
      </pc:sldChg>
      <pc:sldChg chg="add">
        <pc:chgData name="Matthew James" userId="f666f108-8a0f-4162-87e7-039355b66eb3" providerId="ADAL" clId="{7F483A30-FCDE-4055-8259-EA73AF553750}" dt="2023-03-29T09:49:04.417" v="392"/>
        <pc:sldMkLst>
          <pc:docMk/>
          <pc:sldMk cId="1343804008" sldId="277"/>
        </pc:sldMkLst>
      </pc:sldChg>
      <pc:sldChg chg="add">
        <pc:chgData name="Matthew James" userId="f666f108-8a0f-4162-87e7-039355b66eb3" providerId="ADAL" clId="{7F483A30-FCDE-4055-8259-EA73AF553750}" dt="2023-03-29T09:49:14.729" v="393"/>
        <pc:sldMkLst>
          <pc:docMk/>
          <pc:sldMk cId="1876286331" sldId="278"/>
        </pc:sldMkLst>
      </pc:sldChg>
    </pc:docChg>
  </pc:docChgLst>
  <pc:docChgLst>
    <pc:chgData name="Matthew James" userId="f666f108-8a0f-4162-87e7-039355b66eb3" providerId="ADAL" clId="{04381D82-5ADC-43DC-8EBB-70651DE57C84}"/>
    <pc:docChg chg="undo redo custSel addSld delSld modSld">
      <pc:chgData name="Matthew James" userId="f666f108-8a0f-4162-87e7-039355b66eb3" providerId="ADAL" clId="{04381D82-5ADC-43DC-8EBB-70651DE57C84}" dt="2023-03-30T21:13:37.806" v="1237" actId="20577"/>
      <pc:docMkLst>
        <pc:docMk/>
      </pc:docMkLst>
      <pc:sldChg chg="del">
        <pc:chgData name="Matthew James" userId="f666f108-8a0f-4162-87e7-039355b66eb3" providerId="ADAL" clId="{04381D82-5ADC-43DC-8EBB-70651DE57C84}" dt="2023-03-30T19:39:11.156" v="7" actId="47"/>
        <pc:sldMkLst>
          <pc:docMk/>
          <pc:sldMk cId="1616571966" sldId="259"/>
        </pc:sldMkLst>
      </pc:sldChg>
      <pc:sldChg chg="del">
        <pc:chgData name="Matthew James" userId="f666f108-8a0f-4162-87e7-039355b66eb3" providerId="ADAL" clId="{04381D82-5ADC-43DC-8EBB-70651DE57C84}" dt="2023-03-30T20:00:17.712" v="9" actId="47"/>
        <pc:sldMkLst>
          <pc:docMk/>
          <pc:sldMk cId="1380186487" sldId="264"/>
        </pc:sldMkLst>
      </pc:sldChg>
      <pc:sldChg chg="modSp mod">
        <pc:chgData name="Matthew James" userId="f666f108-8a0f-4162-87e7-039355b66eb3" providerId="ADAL" clId="{04381D82-5ADC-43DC-8EBB-70651DE57C84}" dt="2023-03-30T20:58:58.279" v="1039" actId="20577"/>
        <pc:sldMkLst>
          <pc:docMk/>
          <pc:sldMk cId="708278313" sldId="268"/>
        </pc:sldMkLst>
        <pc:spChg chg="mod">
          <ac:chgData name="Matthew James" userId="f666f108-8a0f-4162-87e7-039355b66eb3" providerId="ADAL" clId="{04381D82-5ADC-43DC-8EBB-70651DE57C84}" dt="2023-03-30T20:58:58.279" v="1039" actId="20577"/>
          <ac:spMkLst>
            <pc:docMk/>
            <pc:sldMk cId="708278313" sldId="268"/>
            <ac:spMk id="2" creationId="{023DEA2C-4E02-75B3-3AD9-61C28A6082DD}"/>
          </ac:spMkLst>
        </pc:spChg>
      </pc:sldChg>
      <pc:sldChg chg="del">
        <pc:chgData name="Matthew James" userId="f666f108-8a0f-4162-87e7-039355b66eb3" providerId="ADAL" clId="{04381D82-5ADC-43DC-8EBB-70651DE57C84}" dt="2023-03-30T19:39:12.494" v="8" actId="47"/>
        <pc:sldMkLst>
          <pc:docMk/>
          <pc:sldMk cId="1490257980" sldId="271"/>
        </pc:sldMkLst>
      </pc:sldChg>
      <pc:sldChg chg="addSp delSp modSp new mod">
        <pc:chgData name="Matthew James" userId="f666f108-8a0f-4162-87e7-039355b66eb3" providerId="ADAL" clId="{04381D82-5ADC-43DC-8EBB-70651DE57C84}" dt="2023-03-30T20:59:09.421" v="1050" actId="20577"/>
        <pc:sldMkLst>
          <pc:docMk/>
          <pc:sldMk cId="1914540073" sldId="271"/>
        </pc:sldMkLst>
        <pc:spChg chg="del">
          <ac:chgData name="Matthew James" userId="f666f108-8a0f-4162-87e7-039355b66eb3" providerId="ADAL" clId="{04381D82-5ADC-43DC-8EBB-70651DE57C84}" dt="2023-03-30T20:23:47.700" v="11" actId="478"/>
          <ac:spMkLst>
            <pc:docMk/>
            <pc:sldMk cId="1914540073" sldId="271"/>
            <ac:spMk id="2" creationId="{0F288937-5982-69AC-CCB7-06A96A25C70E}"/>
          </ac:spMkLst>
        </pc:spChg>
        <pc:spChg chg="del">
          <ac:chgData name="Matthew James" userId="f666f108-8a0f-4162-87e7-039355b66eb3" providerId="ADAL" clId="{04381D82-5ADC-43DC-8EBB-70651DE57C84}" dt="2023-03-30T20:23:47.700" v="11" actId="478"/>
          <ac:spMkLst>
            <pc:docMk/>
            <pc:sldMk cId="1914540073" sldId="271"/>
            <ac:spMk id="3" creationId="{A380D3B4-9D8F-AD72-3D80-80F243B399E2}"/>
          </ac:spMkLst>
        </pc:spChg>
        <pc:spChg chg="mod">
          <ac:chgData name="Matthew James" userId="f666f108-8a0f-4162-87e7-039355b66eb3" providerId="ADAL" clId="{04381D82-5ADC-43DC-8EBB-70651DE57C84}" dt="2023-03-30T20:26:16.319" v="63" actId="207"/>
          <ac:spMkLst>
            <pc:docMk/>
            <pc:sldMk cId="1914540073" sldId="271"/>
            <ac:spMk id="5" creationId="{31AFFC35-E5BE-997F-96D0-F5962E02F840}"/>
          </ac:spMkLst>
        </pc:spChg>
        <pc:spChg chg="mod">
          <ac:chgData name="Matthew James" userId="f666f108-8a0f-4162-87e7-039355b66eb3" providerId="ADAL" clId="{04381D82-5ADC-43DC-8EBB-70651DE57C84}" dt="2023-03-30T20:26:16.319" v="63" actId="207"/>
          <ac:spMkLst>
            <pc:docMk/>
            <pc:sldMk cId="1914540073" sldId="271"/>
            <ac:spMk id="6" creationId="{AEEDAD59-0160-24A5-E613-6AB2E8BEF4A6}"/>
          </ac:spMkLst>
        </pc:spChg>
        <pc:spChg chg="mod">
          <ac:chgData name="Matthew James" userId="f666f108-8a0f-4162-87e7-039355b66eb3" providerId="ADAL" clId="{04381D82-5ADC-43DC-8EBB-70651DE57C84}" dt="2023-03-30T20:26:16.319" v="63" actId="207"/>
          <ac:spMkLst>
            <pc:docMk/>
            <pc:sldMk cId="1914540073" sldId="271"/>
            <ac:spMk id="8" creationId="{73DC6E23-55A3-06D0-5FC4-04E09E472643}"/>
          </ac:spMkLst>
        </pc:spChg>
        <pc:spChg chg="mod">
          <ac:chgData name="Matthew James" userId="f666f108-8a0f-4162-87e7-039355b66eb3" providerId="ADAL" clId="{04381D82-5ADC-43DC-8EBB-70651DE57C84}" dt="2023-03-30T20:26:16.319" v="63" actId="207"/>
          <ac:spMkLst>
            <pc:docMk/>
            <pc:sldMk cId="1914540073" sldId="271"/>
            <ac:spMk id="9" creationId="{6EEBB026-B358-7569-F01F-834836A28B63}"/>
          </ac:spMkLst>
        </pc:spChg>
        <pc:spChg chg="mod">
          <ac:chgData name="Matthew James" userId="f666f108-8a0f-4162-87e7-039355b66eb3" providerId="ADAL" clId="{04381D82-5ADC-43DC-8EBB-70651DE57C84}" dt="2023-03-30T20:26:16.319" v="63" actId="207"/>
          <ac:spMkLst>
            <pc:docMk/>
            <pc:sldMk cId="1914540073" sldId="271"/>
            <ac:spMk id="10" creationId="{292DDB5B-ECE6-DAE0-67D0-2439D37DB680}"/>
          </ac:spMkLst>
        </pc:spChg>
        <pc:spChg chg="mod">
          <ac:chgData name="Matthew James" userId="f666f108-8a0f-4162-87e7-039355b66eb3" providerId="ADAL" clId="{04381D82-5ADC-43DC-8EBB-70651DE57C84}" dt="2023-03-30T20:26:16.319" v="63" actId="207"/>
          <ac:spMkLst>
            <pc:docMk/>
            <pc:sldMk cId="1914540073" sldId="271"/>
            <ac:spMk id="11" creationId="{A49A94AF-C4A0-D288-3E4D-03200570A88F}"/>
          </ac:spMkLst>
        </pc:spChg>
        <pc:spChg chg="mod">
          <ac:chgData name="Matthew James" userId="f666f108-8a0f-4162-87e7-039355b66eb3" providerId="ADAL" clId="{04381D82-5ADC-43DC-8EBB-70651DE57C84}" dt="2023-03-30T20:26:16.319" v="63" actId="207"/>
          <ac:spMkLst>
            <pc:docMk/>
            <pc:sldMk cId="1914540073" sldId="271"/>
            <ac:spMk id="12" creationId="{EE53A78D-7B23-4B30-B5DD-AEB868703872}"/>
          </ac:spMkLst>
        </pc:spChg>
        <pc:spChg chg="mod">
          <ac:chgData name="Matthew James" userId="f666f108-8a0f-4162-87e7-039355b66eb3" providerId="ADAL" clId="{04381D82-5ADC-43DC-8EBB-70651DE57C84}" dt="2023-03-30T20:26:16.319" v="63" actId="207"/>
          <ac:spMkLst>
            <pc:docMk/>
            <pc:sldMk cId="1914540073" sldId="271"/>
            <ac:spMk id="16" creationId="{DBC07735-A8D0-383B-32AB-E969D0DC7D3E}"/>
          </ac:spMkLst>
        </pc:spChg>
        <pc:spChg chg="mod">
          <ac:chgData name="Matthew James" userId="f666f108-8a0f-4162-87e7-039355b66eb3" providerId="ADAL" clId="{04381D82-5ADC-43DC-8EBB-70651DE57C84}" dt="2023-03-30T20:26:16.319" v="63" actId="207"/>
          <ac:spMkLst>
            <pc:docMk/>
            <pc:sldMk cId="1914540073" sldId="271"/>
            <ac:spMk id="17" creationId="{EFFF51DD-5273-4D4A-7E2D-EB863540A482}"/>
          </ac:spMkLst>
        </pc:spChg>
        <pc:spChg chg="mod">
          <ac:chgData name="Matthew James" userId="f666f108-8a0f-4162-87e7-039355b66eb3" providerId="ADAL" clId="{04381D82-5ADC-43DC-8EBB-70651DE57C84}" dt="2023-03-30T20:26:16.319" v="63" actId="207"/>
          <ac:spMkLst>
            <pc:docMk/>
            <pc:sldMk cId="1914540073" sldId="271"/>
            <ac:spMk id="18" creationId="{834C54B7-9524-599B-8A61-8A1CBAC22618}"/>
          </ac:spMkLst>
        </pc:spChg>
        <pc:spChg chg="mod">
          <ac:chgData name="Matthew James" userId="f666f108-8a0f-4162-87e7-039355b66eb3" providerId="ADAL" clId="{04381D82-5ADC-43DC-8EBB-70651DE57C84}" dt="2023-03-30T20:26:16.319" v="63" actId="207"/>
          <ac:spMkLst>
            <pc:docMk/>
            <pc:sldMk cId="1914540073" sldId="271"/>
            <ac:spMk id="19" creationId="{097F53EF-CBE2-E048-E38D-ADAD73082A62}"/>
          </ac:spMkLst>
        </pc:spChg>
        <pc:spChg chg="mod">
          <ac:chgData name="Matthew James" userId="f666f108-8a0f-4162-87e7-039355b66eb3" providerId="ADAL" clId="{04381D82-5ADC-43DC-8EBB-70651DE57C84}" dt="2023-03-30T20:26:16.319" v="63" actId="207"/>
          <ac:spMkLst>
            <pc:docMk/>
            <pc:sldMk cId="1914540073" sldId="271"/>
            <ac:spMk id="20" creationId="{FBF24B68-A456-B99C-78D7-FD3F798F0390}"/>
          </ac:spMkLst>
        </pc:spChg>
        <pc:spChg chg="add mod">
          <ac:chgData name="Matthew James" userId="f666f108-8a0f-4162-87e7-039355b66eb3" providerId="ADAL" clId="{04381D82-5ADC-43DC-8EBB-70651DE57C84}" dt="2023-03-30T20:28:10.601" v="99" actId="20577"/>
          <ac:spMkLst>
            <pc:docMk/>
            <pc:sldMk cId="1914540073" sldId="271"/>
            <ac:spMk id="21" creationId="{BBCBD539-58F4-F7D0-C064-46C003F41EE2}"/>
          </ac:spMkLst>
        </pc:spChg>
        <pc:spChg chg="add mod">
          <ac:chgData name="Matthew James" userId="f666f108-8a0f-4162-87e7-039355b66eb3" providerId="ADAL" clId="{04381D82-5ADC-43DC-8EBB-70651DE57C84}" dt="2023-03-30T20:26:24.083" v="65" actId="14100"/>
          <ac:spMkLst>
            <pc:docMk/>
            <pc:sldMk cId="1914540073" sldId="271"/>
            <ac:spMk id="22" creationId="{3785ECAF-A197-F84C-CFC6-930BA191ADA2}"/>
          </ac:spMkLst>
        </pc:spChg>
        <pc:spChg chg="add mod">
          <ac:chgData name="Matthew James" userId="f666f108-8a0f-4162-87e7-039355b66eb3" providerId="ADAL" clId="{04381D82-5ADC-43DC-8EBB-70651DE57C84}" dt="2023-03-30T20:28:22.569" v="110" actId="20577"/>
          <ac:spMkLst>
            <pc:docMk/>
            <pc:sldMk cId="1914540073" sldId="271"/>
            <ac:spMk id="23" creationId="{AF2CD67D-39E4-FD0F-D326-9BBE751B147A}"/>
          </ac:spMkLst>
        </pc:spChg>
        <pc:spChg chg="add mod">
          <ac:chgData name="Matthew James" userId="f666f108-8a0f-4162-87e7-039355b66eb3" providerId="ADAL" clId="{04381D82-5ADC-43DC-8EBB-70651DE57C84}" dt="2023-03-30T20:27:20.031" v="86" actId="1076"/>
          <ac:spMkLst>
            <pc:docMk/>
            <pc:sldMk cId="1914540073" sldId="271"/>
            <ac:spMk id="24" creationId="{A2C0EFE5-0EC5-BBF5-E611-187C1D606D3E}"/>
          </ac:spMkLst>
        </pc:spChg>
        <pc:spChg chg="add mod">
          <ac:chgData name="Matthew James" userId="f666f108-8a0f-4162-87e7-039355b66eb3" providerId="ADAL" clId="{04381D82-5ADC-43DC-8EBB-70651DE57C84}" dt="2023-03-30T20:41:27.727" v="438" actId="14100"/>
          <ac:spMkLst>
            <pc:docMk/>
            <pc:sldMk cId="1914540073" sldId="271"/>
            <ac:spMk id="25" creationId="{D140B654-5299-CF0E-D4A8-62942D05E87C}"/>
          </ac:spMkLst>
        </pc:spChg>
        <pc:spChg chg="add mod">
          <ac:chgData name="Matthew James" userId="f666f108-8a0f-4162-87e7-039355b66eb3" providerId="ADAL" clId="{04381D82-5ADC-43DC-8EBB-70651DE57C84}" dt="2023-03-30T20:27:37.331" v="90" actId="1076"/>
          <ac:spMkLst>
            <pc:docMk/>
            <pc:sldMk cId="1914540073" sldId="271"/>
            <ac:spMk id="26" creationId="{3A7A06DD-2E0F-5FF5-7A94-ECA71C4C5DD2}"/>
          </ac:spMkLst>
        </pc:spChg>
        <pc:spChg chg="add mod">
          <ac:chgData name="Matthew James" userId="f666f108-8a0f-4162-87e7-039355b66eb3" providerId="ADAL" clId="{04381D82-5ADC-43DC-8EBB-70651DE57C84}" dt="2023-03-30T20:27:46.288" v="93" actId="1076"/>
          <ac:spMkLst>
            <pc:docMk/>
            <pc:sldMk cId="1914540073" sldId="271"/>
            <ac:spMk id="27" creationId="{A22DC3C1-CDFB-878F-87C1-885FB8ADD168}"/>
          </ac:spMkLst>
        </pc:spChg>
        <pc:spChg chg="add mod">
          <ac:chgData name="Matthew James" userId="f666f108-8a0f-4162-87e7-039355b66eb3" providerId="ADAL" clId="{04381D82-5ADC-43DC-8EBB-70651DE57C84}" dt="2023-03-30T20:42:40.065" v="465" actId="20577"/>
          <ac:spMkLst>
            <pc:docMk/>
            <pc:sldMk cId="1914540073" sldId="271"/>
            <ac:spMk id="28" creationId="{ED43D913-C868-16FB-CA26-09D77F3B018C}"/>
          </ac:spMkLst>
        </pc:spChg>
        <pc:spChg chg="add mod">
          <ac:chgData name="Matthew James" userId="f666f108-8a0f-4162-87e7-039355b66eb3" providerId="ADAL" clId="{04381D82-5ADC-43DC-8EBB-70651DE57C84}" dt="2023-03-30T20:43:24.246" v="503" actId="1076"/>
          <ac:spMkLst>
            <pc:docMk/>
            <pc:sldMk cId="1914540073" sldId="271"/>
            <ac:spMk id="32" creationId="{7D385F25-16E1-405D-37DF-BFD533D8DB4B}"/>
          </ac:spMkLst>
        </pc:spChg>
        <pc:spChg chg="add mod">
          <ac:chgData name="Matthew James" userId="f666f108-8a0f-4162-87e7-039355b66eb3" providerId="ADAL" clId="{04381D82-5ADC-43DC-8EBB-70651DE57C84}" dt="2023-03-30T20:59:09.421" v="1050" actId="20577"/>
          <ac:spMkLst>
            <pc:docMk/>
            <pc:sldMk cId="1914540073" sldId="271"/>
            <ac:spMk id="33" creationId="{952C40A6-3B5B-2FC8-9049-A6EBDE419D2D}"/>
          </ac:spMkLst>
        </pc:spChg>
        <pc:grpChg chg="add mod">
          <ac:chgData name="Matthew James" userId="f666f108-8a0f-4162-87e7-039355b66eb3" providerId="ADAL" clId="{04381D82-5ADC-43DC-8EBB-70651DE57C84}" dt="2023-03-30T20:27:42.449" v="92" actId="1076"/>
          <ac:grpSpMkLst>
            <pc:docMk/>
            <pc:sldMk cId="1914540073" sldId="271"/>
            <ac:grpSpMk id="4" creationId="{0102365E-5ACA-3BD6-ACB9-F57FF7349E2D}"/>
          </ac:grpSpMkLst>
        </pc:grpChg>
        <pc:grpChg chg="mod">
          <ac:chgData name="Matthew James" userId="f666f108-8a0f-4162-87e7-039355b66eb3" providerId="ADAL" clId="{04381D82-5ADC-43DC-8EBB-70651DE57C84}" dt="2023-03-30T20:23:49.432" v="12"/>
          <ac:grpSpMkLst>
            <pc:docMk/>
            <pc:sldMk cId="1914540073" sldId="271"/>
            <ac:grpSpMk id="7" creationId="{88688E3A-07F6-52D6-4C31-E77CD8F5027D}"/>
          </ac:grpSpMkLst>
        </pc:grpChg>
        <pc:grpChg chg="mod">
          <ac:chgData name="Matthew James" userId="f666f108-8a0f-4162-87e7-039355b66eb3" providerId="ADAL" clId="{04381D82-5ADC-43DC-8EBB-70651DE57C84}" dt="2023-03-30T20:23:49.432" v="12"/>
          <ac:grpSpMkLst>
            <pc:docMk/>
            <pc:sldMk cId="1914540073" sldId="271"/>
            <ac:grpSpMk id="14" creationId="{78042B43-D65A-BAAD-B1AD-35636AF2A2FE}"/>
          </ac:grpSpMkLst>
        </pc:grpChg>
        <pc:grpChg chg="mod">
          <ac:chgData name="Matthew James" userId="f666f108-8a0f-4162-87e7-039355b66eb3" providerId="ADAL" clId="{04381D82-5ADC-43DC-8EBB-70651DE57C84}" dt="2023-03-30T20:23:49.432" v="12"/>
          <ac:grpSpMkLst>
            <pc:docMk/>
            <pc:sldMk cId="1914540073" sldId="271"/>
            <ac:grpSpMk id="15" creationId="{15886EF0-0D67-2078-1DB1-9B054D554E02}"/>
          </ac:grpSpMkLst>
        </pc:grpChg>
        <pc:cxnChg chg="mod">
          <ac:chgData name="Matthew James" userId="f666f108-8a0f-4162-87e7-039355b66eb3" providerId="ADAL" clId="{04381D82-5ADC-43DC-8EBB-70651DE57C84}" dt="2023-03-30T20:23:49.432" v="12"/>
          <ac:cxnSpMkLst>
            <pc:docMk/>
            <pc:sldMk cId="1914540073" sldId="271"/>
            <ac:cxnSpMk id="13" creationId="{7884FC12-610A-FC96-8D82-42381912BE27}"/>
          </ac:cxnSpMkLst>
        </pc:cxnChg>
        <pc:cxnChg chg="add mod">
          <ac:chgData name="Matthew James" userId="f666f108-8a0f-4162-87e7-039355b66eb3" providerId="ADAL" clId="{04381D82-5ADC-43DC-8EBB-70651DE57C84}" dt="2023-03-30T20:42:57.752" v="470" actId="1582"/>
          <ac:cxnSpMkLst>
            <pc:docMk/>
            <pc:sldMk cId="1914540073" sldId="271"/>
            <ac:cxnSpMk id="30" creationId="{A65D5E72-CCCB-BF50-FDF9-E2C510582829}"/>
          </ac:cxnSpMkLst>
        </pc:cxnChg>
        <pc:cxnChg chg="add mod">
          <ac:chgData name="Matthew James" userId="f666f108-8a0f-4162-87e7-039355b66eb3" providerId="ADAL" clId="{04381D82-5ADC-43DC-8EBB-70651DE57C84}" dt="2023-03-30T20:43:08.913" v="472" actId="1076"/>
          <ac:cxnSpMkLst>
            <pc:docMk/>
            <pc:sldMk cId="1914540073" sldId="271"/>
            <ac:cxnSpMk id="31" creationId="{A6734964-9492-475C-CA4A-4334E6884D03}"/>
          </ac:cxnSpMkLst>
        </pc:cxnChg>
      </pc:sldChg>
      <pc:sldChg chg="add del">
        <pc:chgData name="Matthew James" userId="f666f108-8a0f-4162-87e7-039355b66eb3" providerId="ADAL" clId="{04381D82-5ADC-43DC-8EBB-70651DE57C84}" dt="2023-03-30T20:32:51.556" v="180" actId="47"/>
        <pc:sldMkLst>
          <pc:docMk/>
          <pc:sldMk cId="2025365801" sldId="272"/>
        </pc:sldMkLst>
      </pc:sldChg>
      <pc:sldChg chg="del">
        <pc:chgData name="Matthew James" userId="f666f108-8a0f-4162-87e7-039355b66eb3" providerId="ADAL" clId="{04381D82-5ADC-43DC-8EBB-70651DE57C84}" dt="2023-03-30T19:39:09.912" v="6" actId="47"/>
        <pc:sldMkLst>
          <pc:docMk/>
          <pc:sldMk cId="3850477970" sldId="272"/>
        </pc:sldMkLst>
      </pc:sldChg>
      <pc:sldChg chg="del">
        <pc:chgData name="Matthew James" userId="f666f108-8a0f-4162-87e7-039355b66eb3" providerId="ADAL" clId="{04381D82-5ADC-43DC-8EBB-70651DE57C84}" dt="2023-03-30T19:30:10.848" v="5" actId="47"/>
        <pc:sldMkLst>
          <pc:docMk/>
          <pc:sldMk cId="673529289" sldId="273"/>
        </pc:sldMkLst>
      </pc:sldChg>
      <pc:sldChg chg="add del">
        <pc:chgData name="Matthew James" userId="f666f108-8a0f-4162-87e7-039355b66eb3" providerId="ADAL" clId="{04381D82-5ADC-43DC-8EBB-70651DE57C84}" dt="2023-03-30T20:32:57.546" v="183" actId="47"/>
        <pc:sldMkLst>
          <pc:docMk/>
          <pc:sldMk cId="1103881649" sldId="273"/>
        </pc:sldMkLst>
      </pc:sldChg>
      <pc:sldChg chg="addSp delSp modSp add mod">
        <pc:chgData name="Matthew James" userId="f666f108-8a0f-4162-87e7-039355b66eb3" providerId="ADAL" clId="{04381D82-5ADC-43DC-8EBB-70651DE57C84}" dt="2023-03-30T20:59:18.344" v="1064" actId="20577"/>
        <pc:sldMkLst>
          <pc:docMk/>
          <pc:sldMk cId="1338269234" sldId="274"/>
        </pc:sldMkLst>
        <pc:spChg chg="add del mod">
          <ac:chgData name="Matthew James" userId="f666f108-8a0f-4162-87e7-039355b66eb3" providerId="ADAL" clId="{04381D82-5ADC-43DC-8EBB-70651DE57C84}" dt="2023-03-30T20:29:53.062" v="120" actId="478"/>
          <ac:spMkLst>
            <pc:docMk/>
            <pc:sldMk cId="1338269234" sldId="274"/>
            <ac:spMk id="2" creationId="{6D047377-E2AF-4395-0F80-51C14A63415E}"/>
          </ac:spMkLst>
        </pc:spChg>
        <pc:spChg chg="add del mod">
          <ac:chgData name="Matthew James" userId="f666f108-8a0f-4162-87e7-039355b66eb3" providerId="ADAL" clId="{04381D82-5ADC-43DC-8EBB-70651DE57C84}" dt="2023-03-30T20:33:08.218" v="184" actId="478"/>
          <ac:spMkLst>
            <pc:docMk/>
            <pc:sldMk cId="1338269234" sldId="274"/>
            <ac:spMk id="3" creationId="{0047EFEC-1C4E-09FA-21CC-946AB94A745D}"/>
          </ac:spMkLst>
        </pc:spChg>
        <pc:spChg chg="del">
          <ac:chgData name="Matthew James" userId="f666f108-8a0f-4162-87e7-039355b66eb3" providerId="ADAL" clId="{04381D82-5ADC-43DC-8EBB-70651DE57C84}" dt="2023-03-30T20:29:34.141" v="116" actId="478"/>
          <ac:spMkLst>
            <pc:docMk/>
            <pc:sldMk cId="1338269234" sldId="274"/>
            <ac:spMk id="21" creationId="{BBCBD539-58F4-F7D0-C064-46C003F41EE2}"/>
          </ac:spMkLst>
        </pc:spChg>
        <pc:spChg chg="del">
          <ac:chgData name="Matthew James" userId="f666f108-8a0f-4162-87e7-039355b66eb3" providerId="ADAL" clId="{04381D82-5ADC-43DC-8EBB-70651DE57C84}" dt="2023-03-30T20:29:34.141" v="116" actId="478"/>
          <ac:spMkLst>
            <pc:docMk/>
            <pc:sldMk cId="1338269234" sldId="274"/>
            <ac:spMk id="22" creationId="{3785ECAF-A197-F84C-CFC6-930BA191ADA2}"/>
          </ac:spMkLst>
        </pc:spChg>
        <pc:spChg chg="del mod">
          <ac:chgData name="Matthew James" userId="f666f108-8a0f-4162-87e7-039355b66eb3" providerId="ADAL" clId="{04381D82-5ADC-43DC-8EBB-70651DE57C84}" dt="2023-03-30T20:32:41.504" v="179"/>
          <ac:spMkLst>
            <pc:docMk/>
            <pc:sldMk cId="1338269234" sldId="274"/>
            <ac:spMk id="23" creationId="{AF2CD67D-39E4-FD0F-D326-9BBE751B147A}"/>
          </ac:spMkLst>
        </pc:spChg>
        <pc:spChg chg="del">
          <ac:chgData name="Matthew James" userId="f666f108-8a0f-4162-87e7-039355b66eb3" providerId="ADAL" clId="{04381D82-5ADC-43DC-8EBB-70651DE57C84}" dt="2023-03-30T20:29:34.141" v="116" actId="478"/>
          <ac:spMkLst>
            <pc:docMk/>
            <pc:sldMk cId="1338269234" sldId="274"/>
            <ac:spMk id="24" creationId="{A2C0EFE5-0EC5-BBF5-E611-187C1D606D3E}"/>
          </ac:spMkLst>
        </pc:spChg>
        <pc:spChg chg="del">
          <ac:chgData name="Matthew James" userId="f666f108-8a0f-4162-87e7-039355b66eb3" providerId="ADAL" clId="{04381D82-5ADC-43DC-8EBB-70651DE57C84}" dt="2023-03-30T20:29:34.141" v="116" actId="478"/>
          <ac:spMkLst>
            <pc:docMk/>
            <pc:sldMk cId="1338269234" sldId="274"/>
            <ac:spMk id="25" creationId="{D140B654-5299-CF0E-D4A8-62942D05E87C}"/>
          </ac:spMkLst>
        </pc:spChg>
        <pc:spChg chg="del">
          <ac:chgData name="Matthew James" userId="f666f108-8a0f-4162-87e7-039355b66eb3" providerId="ADAL" clId="{04381D82-5ADC-43DC-8EBB-70651DE57C84}" dt="2023-03-30T20:29:34.141" v="116" actId="478"/>
          <ac:spMkLst>
            <pc:docMk/>
            <pc:sldMk cId="1338269234" sldId="274"/>
            <ac:spMk id="26" creationId="{3A7A06DD-2E0F-5FF5-7A94-ECA71C4C5DD2}"/>
          </ac:spMkLst>
        </pc:spChg>
        <pc:spChg chg="del mod">
          <ac:chgData name="Matthew James" userId="f666f108-8a0f-4162-87e7-039355b66eb3" providerId="ADAL" clId="{04381D82-5ADC-43DC-8EBB-70651DE57C84}" dt="2023-03-30T20:43:34.156" v="504" actId="478"/>
          <ac:spMkLst>
            <pc:docMk/>
            <pc:sldMk cId="1338269234" sldId="274"/>
            <ac:spMk id="27" creationId="{A22DC3C1-CDFB-878F-87C1-885FB8ADD168}"/>
          </ac:spMkLst>
        </pc:spChg>
        <pc:spChg chg="add del mod">
          <ac:chgData name="Matthew James" userId="f666f108-8a0f-4162-87e7-039355b66eb3" providerId="ADAL" clId="{04381D82-5ADC-43DC-8EBB-70651DE57C84}" dt="2023-03-30T20:33:08.218" v="184" actId="478"/>
          <ac:spMkLst>
            <pc:docMk/>
            <pc:sldMk cId="1338269234" sldId="274"/>
            <ac:spMk id="28" creationId="{A55E5890-0092-3D70-2BF2-77B62A041294}"/>
          </ac:spMkLst>
        </pc:spChg>
        <pc:spChg chg="add del mod">
          <ac:chgData name="Matthew James" userId="f666f108-8a0f-4162-87e7-039355b66eb3" providerId="ADAL" clId="{04381D82-5ADC-43DC-8EBB-70651DE57C84}" dt="2023-03-30T20:33:08.218" v="184" actId="478"/>
          <ac:spMkLst>
            <pc:docMk/>
            <pc:sldMk cId="1338269234" sldId="274"/>
            <ac:spMk id="29" creationId="{B74EF184-AB3B-F36E-69B0-C8E0C59883CB}"/>
          </ac:spMkLst>
        </pc:spChg>
        <pc:spChg chg="add del mod">
          <ac:chgData name="Matthew James" userId="f666f108-8a0f-4162-87e7-039355b66eb3" providerId="ADAL" clId="{04381D82-5ADC-43DC-8EBB-70651DE57C84}" dt="2023-03-30T20:33:08.218" v="184" actId="478"/>
          <ac:spMkLst>
            <pc:docMk/>
            <pc:sldMk cId="1338269234" sldId="274"/>
            <ac:spMk id="30" creationId="{80DF528F-A6C2-AA1B-CC71-36BEE66D34D0}"/>
          </ac:spMkLst>
        </pc:spChg>
        <pc:spChg chg="add del mod">
          <ac:chgData name="Matthew James" userId="f666f108-8a0f-4162-87e7-039355b66eb3" providerId="ADAL" clId="{04381D82-5ADC-43DC-8EBB-70651DE57C84}" dt="2023-03-30T20:33:08.218" v="184" actId="478"/>
          <ac:spMkLst>
            <pc:docMk/>
            <pc:sldMk cId="1338269234" sldId="274"/>
            <ac:spMk id="31" creationId="{20500E0D-28E1-8B07-930E-BDDECF5FA533}"/>
          </ac:spMkLst>
        </pc:spChg>
        <pc:spChg chg="add del mod">
          <ac:chgData name="Matthew James" userId="f666f108-8a0f-4162-87e7-039355b66eb3" providerId="ADAL" clId="{04381D82-5ADC-43DC-8EBB-70651DE57C84}" dt="2023-03-30T20:33:08.218" v="184" actId="478"/>
          <ac:spMkLst>
            <pc:docMk/>
            <pc:sldMk cId="1338269234" sldId="274"/>
            <ac:spMk id="32" creationId="{12FD872E-25CA-D989-7E74-7FF0C9CBC85E}"/>
          </ac:spMkLst>
        </pc:spChg>
        <pc:spChg chg="add del mod">
          <ac:chgData name="Matthew James" userId="f666f108-8a0f-4162-87e7-039355b66eb3" providerId="ADAL" clId="{04381D82-5ADC-43DC-8EBB-70651DE57C84}" dt="2023-03-30T20:33:08.218" v="184" actId="478"/>
          <ac:spMkLst>
            <pc:docMk/>
            <pc:sldMk cId="1338269234" sldId="274"/>
            <ac:spMk id="33" creationId="{BD881322-DF50-7710-3480-478710EA4E3E}"/>
          </ac:spMkLst>
        </pc:spChg>
        <pc:spChg chg="add del mod">
          <ac:chgData name="Matthew James" userId="f666f108-8a0f-4162-87e7-039355b66eb3" providerId="ADAL" clId="{04381D82-5ADC-43DC-8EBB-70651DE57C84}" dt="2023-03-30T20:33:08.218" v="184" actId="478"/>
          <ac:spMkLst>
            <pc:docMk/>
            <pc:sldMk cId="1338269234" sldId="274"/>
            <ac:spMk id="34" creationId="{35AA6019-C0A7-5834-BCDC-AEB7D0A04580}"/>
          </ac:spMkLst>
        </pc:spChg>
        <pc:spChg chg="add del mod">
          <ac:chgData name="Matthew James" userId="f666f108-8a0f-4162-87e7-039355b66eb3" providerId="ADAL" clId="{04381D82-5ADC-43DC-8EBB-70651DE57C84}" dt="2023-03-30T20:33:08.218" v="184" actId="478"/>
          <ac:spMkLst>
            <pc:docMk/>
            <pc:sldMk cId="1338269234" sldId="274"/>
            <ac:spMk id="35" creationId="{A4D70FF6-854A-C63D-3595-2B60AEF042C4}"/>
          </ac:spMkLst>
        </pc:spChg>
        <pc:spChg chg="add del mod">
          <ac:chgData name="Matthew James" userId="f666f108-8a0f-4162-87e7-039355b66eb3" providerId="ADAL" clId="{04381D82-5ADC-43DC-8EBB-70651DE57C84}" dt="2023-03-30T20:33:08.218" v="184" actId="478"/>
          <ac:spMkLst>
            <pc:docMk/>
            <pc:sldMk cId="1338269234" sldId="274"/>
            <ac:spMk id="36" creationId="{A8BF0E36-5AC0-5124-3018-128AFF9E4385}"/>
          </ac:spMkLst>
        </pc:spChg>
        <pc:spChg chg="add del mod">
          <ac:chgData name="Matthew James" userId="f666f108-8a0f-4162-87e7-039355b66eb3" providerId="ADAL" clId="{04381D82-5ADC-43DC-8EBB-70651DE57C84}" dt="2023-03-30T20:33:08.218" v="184" actId="478"/>
          <ac:spMkLst>
            <pc:docMk/>
            <pc:sldMk cId="1338269234" sldId="274"/>
            <ac:spMk id="37" creationId="{FAE9BFE3-6CC2-AA2C-FEB0-C9544A98CDB5}"/>
          </ac:spMkLst>
        </pc:spChg>
        <pc:spChg chg="add del mod">
          <ac:chgData name="Matthew James" userId="f666f108-8a0f-4162-87e7-039355b66eb3" providerId="ADAL" clId="{04381D82-5ADC-43DC-8EBB-70651DE57C84}" dt="2023-03-30T20:33:08.218" v="184" actId="478"/>
          <ac:spMkLst>
            <pc:docMk/>
            <pc:sldMk cId="1338269234" sldId="274"/>
            <ac:spMk id="38" creationId="{C16CA430-7D02-2EAE-EC6F-C93DB1100BC6}"/>
          </ac:spMkLst>
        </pc:spChg>
        <pc:spChg chg="add del mod">
          <ac:chgData name="Matthew James" userId="f666f108-8a0f-4162-87e7-039355b66eb3" providerId="ADAL" clId="{04381D82-5ADC-43DC-8EBB-70651DE57C84}" dt="2023-03-30T20:33:08.218" v="184" actId="478"/>
          <ac:spMkLst>
            <pc:docMk/>
            <pc:sldMk cId="1338269234" sldId="274"/>
            <ac:spMk id="39" creationId="{0FD82FC5-882F-9360-96B1-4E2445870174}"/>
          </ac:spMkLst>
        </pc:spChg>
        <pc:spChg chg="add del mod">
          <ac:chgData name="Matthew James" userId="f666f108-8a0f-4162-87e7-039355b66eb3" providerId="ADAL" clId="{04381D82-5ADC-43DC-8EBB-70651DE57C84}" dt="2023-03-30T20:33:08.218" v="184" actId="478"/>
          <ac:spMkLst>
            <pc:docMk/>
            <pc:sldMk cId="1338269234" sldId="274"/>
            <ac:spMk id="40" creationId="{E48EC973-DA07-3515-F9DA-EFE835FC24DC}"/>
          </ac:spMkLst>
        </pc:spChg>
        <pc:spChg chg="add del mod">
          <ac:chgData name="Matthew James" userId="f666f108-8a0f-4162-87e7-039355b66eb3" providerId="ADAL" clId="{04381D82-5ADC-43DC-8EBB-70651DE57C84}" dt="2023-03-30T20:33:08.218" v="184" actId="478"/>
          <ac:spMkLst>
            <pc:docMk/>
            <pc:sldMk cId="1338269234" sldId="274"/>
            <ac:spMk id="41" creationId="{A32CE7E4-ECCB-32D6-B7E7-98852C0DB2BA}"/>
          </ac:spMkLst>
        </pc:spChg>
        <pc:spChg chg="add del mod">
          <ac:chgData name="Matthew James" userId="f666f108-8a0f-4162-87e7-039355b66eb3" providerId="ADAL" clId="{04381D82-5ADC-43DC-8EBB-70651DE57C84}" dt="2023-03-30T20:33:08.218" v="184" actId="478"/>
          <ac:spMkLst>
            <pc:docMk/>
            <pc:sldMk cId="1338269234" sldId="274"/>
            <ac:spMk id="42" creationId="{FB749958-9948-DD8A-7FBD-0D8D909F2B9E}"/>
          </ac:spMkLst>
        </pc:spChg>
        <pc:spChg chg="add del mod">
          <ac:chgData name="Matthew James" userId="f666f108-8a0f-4162-87e7-039355b66eb3" providerId="ADAL" clId="{04381D82-5ADC-43DC-8EBB-70651DE57C84}" dt="2023-03-30T20:33:08.218" v="184" actId="478"/>
          <ac:spMkLst>
            <pc:docMk/>
            <pc:sldMk cId="1338269234" sldId="274"/>
            <ac:spMk id="43" creationId="{9663A7A8-D972-8080-F23F-CE7F9F3E646E}"/>
          </ac:spMkLst>
        </pc:spChg>
        <pc:spChg chg="add del mod">
          <ac:chgData name="Matthew James" userId="f666f108-8a0f-4162-87e7-039355b66eb3" providerId="ADAL" clId="{04381D82-5ADC-43DC-8EBB-70651DE57C84}" dt="2023-03-30T20:33:08.218" v="184" actId="478"/>
          <ac:spMkLst>
            <pc:docMk/>
            <pc:sldMk cId="1338269234" sldId="274"/>
            <ac:spMk id="44" creationId="{C5C66F5F-F165-A610-6C66-45A1C55BCD65}"/>
          </ac:spMkLst>
        </pc:spChg>
        <pc:spChg chg="add del mod">
          <ac:chgData name="Matthew James" userId="f666f108-8a0f-4162-87e7-039355b66eb3" providerId="ADAL" clId="{04381D82-5ADC-43DC-8EBB-70651DE57C84}" dt="2023-03-30T20:33:08.218" v="184" actId="478"/>
          <ac:spMkLst>
            <pc:docMk/>
            <pc:sldMk cId="1338269234" sldId="274"/>
            <ac:spMk id="45" creationId="{9D375CB9-F05E-BBB5-57EC-081441599F3C}"/>
          </ac:spMkLst>
        </pc:spChg>
        <pc:spChg chg="add del mod">
          <ac:chgData name="Matthew James" userId="f666f108-8a0f-4162-87e7-039355b66eb3" providerId="ADAL" clId="{04381D82-5ADC-43DC-8EBB-70651DE57C84}" dt="2023-03-30T20:33:08.218" v="184" actId="478"/>
          <ac:spMkLst>
            <pc:docMk/>
            <pc:sldMk cId="1338269234" sldId="274"/>
            <ac:spMk id="46" creationId="{750E0CDE-D5FD-A967-153D-1F2F6FB0E75B}"/>
          </ac:spMkLst>
        </pc:spChg>
        <pc:spChg chg="add mod">
          <ac:chgData name="Matthew James" userId="f666f108-8a0f-4162-87e7-039355b66eb3" providerId="ADAL" clId="{04381D82-5ADC-43DC-8EBB-70651DE57C84}" dt="2023-03-30T20:44:04.212" v="572" actId="1076"/>
          <ac:spMkLst>
            <pc:docMk/>
            <pc:sldMk cId="1338269234" sldId="274"/>
            <ac:spMk id="48" creationId="{C3F1583D-DC3B-D14C-254C-9E8B56BC97CA}"/>
          </ac:spMkLst>
        </pc:spChg>
        <pc:spChg chg="add mod">
          <ac:chgData name="Matthew James" userId="f666f108-8a0f-4162-87e7-039355b66eb3" providerId="ADAL" clId="{04381D82-5ADC-43DC-8EBB-70651DE57C84}" dt="2023-03-30T20:59:18.344" v="1064" actId="20577"/>
          <ac:spMkLst>
            <pc:docMk/>
            <pc:sldMk cId="1338269234" sldId="274"/>
            <ac:spMk id="49" creationId="{FCD30AFA-527F-A39E-0043-A276F0F9E75F}"/>
          </ac:spMkLst>
        </pc:spChg>
        <pc:grpChg chg="mod">
          <ac:chgData name="Matthew James" userId="f666f108-8a0f-4162-87e7-039355b66eb3" providerId="ADAL" clId="{04381D82-5ADC-43DC-8EBB-70651DE57C84}" dt="2023-03-30T20:33:32.623" v="191" actId="14100"/>
          <ac:grpSpMkLst>
            <pc:docMk/>
            <pc:sldMk cId="1338269234" sldId="274"/>
            <ac:grpSpMk id="4" creationId="{0102365E-5ACA-3BD6-ACB9-F57FF7349E2D}"/>
          </ac:grpSpMkLst>
        </pc:grpChg>
        <pc:graphicFrameChg chg="add mod modGraphic">
          <ac:chgData name="Matthew James" userId="f666f108-8a0f-4162-87e7-039355b66eb3" providerId="ADAL" clId="{04381D82-5ADC-43DC-8EBB-70651DE57C84}" dt="2023-03-30T20:35:46.966" v="210" actId="207"/>
          <ac:graphicFrameMkLst>
            <pc:docMk/>
            <pc:sldMk cId="1338269234" sldId="274"/>
            <ac:graphicFrameMk id="47" creationId="{1C39B4C4-C5D4-DC4C-38F6-910DD6F80D82}"/>
          </ac:graphicFrameMkLst>
        </pc:graphicFrameChg>
      </pc:sldChg>
      <pc:sldChg chg="del">
        <pc:chgData name="Matthew James" userId="f666f108-8a0f-4162-87e7-039355b66eb3" providerId="ADAL" clId="{04381D82-5ADC-43DC-8EBB-70651DE57C84}" dt="2023-03-30T19:30:09.122" v="4" actId="47"/>
        <pc:sldMkLst>
          <pc:docMk/>
          <pc:sldMk cId="1700299025" sldId="274"/>
        </pc:sldMkLst>
      </pc:sldChg>
      <pc:sldChg chg="del">
        <pc:chgData name="Matthew James" userId="f666f108-8a0f-4162-87e7-039355b66eb3" providerId="ADAL" clId="{04381D82-5ADC-43DC-8EBB-70651DE57C84}" dt="2023-03-30T19:30:08.587" v="3" actId="47"/>
        <pc:sldMkLst>
          <pc:docMk/>
          <pc:sldMk cId="1957674855" sldId="275"/>
        </pc:sldMkLst>
      </pc:sldChg>
      <pc:sldChg chg="add del">
        <pc:chgData name="Matthew James" userId="f666f108-8a0f-4162-87e7-039355b66eb3" providerId="ADAL" clId="{04381D82-5ADC-43DC-8EBB-70651DE57C84}" dt="2023-03-30T20:34:31.789" v="198" actId="47"/>
        <pc:sldMkLst>
          <pc:docMk/>
          <pc:sldMk cId="3768736217" sldId="275"/>
        </pc:sldMkLst>
      </pc:sldChg>
      <pc:sldChg chg="del">
        <pc:chgData name="Matthew James" userId="f666f108-8a0f-4162-87e7-039355b66eb3" providerId="ADAL" clId="{04381D82-5ADC-43DC-8EBB-70651DE57C84}" dt="2023-03-30T19:30:08.146" v="2" actId="47"/>
        <pc:sldMkLst>
          <pc:docMk/>
          <pc:sldMk cId="539361787" sldId="276"/>
        </pc:sldMkLst>
      </pc:sldChg>
      <pc:sldChg chg="add del">
        <pc:chgData name="Matthew James" userId="f666f108-8a0f-4162-87e7-039355b66eb3" providerId="ADAL" clId="{04381D82-5ADC-43DC-8EBB-70651DE57C84}" dt="2023-03-30T20:34:30.849" v="197" actId="47"/>
        <pc:sldMkLst>
          <pc:docMk/>
          <pc:sldMk cId="2816620509" sldId="276"/>
        </pc:sldMkLst>
      </pc:sldChg>
      <pc:sldChg chg="del">
        <pc:chgData name="Matthew James" userId="f666f108-8a0f-4162-87e7-039355b66eb3" providerId="ADAL" clId="{04381D82-5ADC-43DC-8EBB-70651DE57C84}" dt="2023-03-30T19:30:07.426" v="1" actId="47"/>
        <pc:sldMkLst>
          <pc:docMk/>
          <pc:sldMk cId="1343804008" sldId="277"/>
        </pc:sldMkLst>
      </pc:sldChg>
      <pc:sldChg chg="addSp delSp modSp add mod">
        <pc:chgData name="Matthew James" userId="f666f108-8a0f-4162-87e7-039355b66eb3" providerId="ADAL" clId="{04381D82-5ADC-43DC-8EBB-70651DE57C84}" dt="2023-03-30T21:13:37.323" v="1221" actId="20577"/>
        <pc:sldMkLst>
          <pc:docMk/>
          <pc:sldMk cId="2252854869" sldId="277"/>
        </pc:sldMkLst>
        <pc:spChg chg="add mod">
          <ac:chgData name="Matthew James" userId="f666f108-8a0f-4162-87e7-039355b66eb3" providerId="ADAL" clId="{04381D82-5ADC-43DC-8EBB-70651DE57C84}" dt="2023-03-30T20:45:31.985" v="625" actId="20577"/>
          <ac:spMkLst>
            <pc:docMk/>
            <pc:sldMk cId="2252854869" sldId="277"/>
            <ac:spMk id="3" creationId="{FBE20C25-195D-8C80-ACE0-E72D28C21824}"/>
          </ac:spMkLst>
        </pc:spChg>
        <pc:spChg chg="mod">
          <ac:chgData name="Matthew James" userId="f666f108-8a0f-4162-87e7-039355b66eb3" providerId="ADAL" clId="{04381D82-5ADC-43DC-8EBB-70651DE57C84}" dt="2023-03-30T20:36:01.861" v="214" actId="207"/>
          <ac:spMkLst>
            <pc:docMk/>
            <pc:sldMk cId="2252854869" sldId="277"/>
            <ac:spMk id="5" creationId="{31AFFC35-E5BE-997F-96D0-F5962E02F840}"/>
          </ac:spMkLst>
        </pc:spChg>
        <pc:spChg chg="mod">
          <ac:chgData name="Matthew James" userId="f666f108-8a0f-4162-87e7-039355b66eb3" providerId="ADAL" clId="{04381D82-5ADC-43DC-8EBB-70651DE57C84}" dt="2023-03-30T20:36:01.861" v="214" actId="207"/>
          <ac:spMkLst>
            <pc:docMk/>
            <pc:sldMk cId="2252854869" sldId="277"/>
            <ac:spMk id="6" creationId="{AEEDAD59-0160-24A5-E613-6AB2E8BEF4A6}"/>
          </ac:spMkLst>
        </pc:spChg>
        <pc:spChg chg="mod">
          <ac:chgData name="Matthew James" userId="f666f108-8a0f-4162-87e7-039355b66eb3" providerId="ADAL" clId="{04381D82-5ADC-43DC-8EBB-70651DE57C84}" dt="2023-03-30T20:36:01.861" v="214" actId="207"/>
          <ac:spMkLst>
            <pc:docMk/>
            <pc:sldMk cId="2252854869" sldId="277"/>
            <ac:spMk id="8" creationId="{73DC6E23-55A3-06D0-5FC4-04E09E472643}"/>
          </ac:spMkLst>
        </pc:spChg>
        <pc:spChg chg="mod">
          <ac:chgData name="Matthew James" userId="f666f108-8a0f-4162-87e7-039355b66eb3" providerId="ADAL" clId="{04381D82-5ADC-43DC-8EBB-70651DE57C84}" dt="2023-03-30T20:36:01.861" v="214" actId="207"/>
          <ac:spMkLst>
            <pc:docMk/>
            <pc:sldMk cId="2252854869" sldId="277"/>
            <ac:spMk id="9" creationId="{6EEBB026-B358-7569-F01F-834836A28B63}"/>
          </ac:spMkLst>
        </pc:spChg>
        <pc:spChg chg="mod">
          <ac:chgData name="Matthew James" userId="f666f108-8a0f-4162-87e7-039355b66eb3" providerId="ADAL" clId="{04381D82-5ADC-43DC-8EBB-70651DE57C84}" dt="2023-03-30T20:36:01.861" v="214" actId="207"/>
          <ac:spMkLst>
            <pc:docMk/>
            <pc:sldMk cId="2252854869" sldId="277"/>
            <ac:spMk id="10" creationId="{292DDB5B-ECE6-DAE0-67D0-2439D37DB680}"/>
          </ac:spMkLst>
        </pc:spChg>
        <pc:spChg chg="mod">
          <ac:chgData name="Matthew James" userId="f666f108-8a0f-4162-87e7-039355b66eb3" providerId="ADAL" clId="{04381D82-5ADC-43DC-8EBB-70651DE57C84}" dt="2023-03-30T20:36:01.861" v="214" actId="207"/>
          <ac:spMkLst>
            <pc:docMk/>
            <pc:sldMk cId="2252854869" sldId="277"/>
            <ac:spMk id="11" creationId="{A49A94AF-C4A0-D288-3E4D-03200570A88F}"/>
          </ac:spMkLst>
        </pc:spChg>
        <pc:spChg chg="mod">
          <ac:chgData name="Matthew James" userId="f666f108-8a0f-4162-87e7-039355b66eb3" providerId="ADAL" clId="{04381D82-5ADC-43DC-8EBB-70651DE57C84}" dt="2023-03-30T20:36:01.861" v="214" actId="207"/>
          <ac:spMkLst>
            <pc:docMk/>
            <pc:sldMk cId="2252854869" sldId="277"/>
            <ac:spMk id="12" creationId="{EE53A78D-7B23-4B30-B5DD-AEB868703872}"/>
          </ac:spMkLst>
        </pc:spChg>
        <pc:spChg chg="mod">
          <ac:chgData name="Matthew James" userId="f666f108-8a0f-4162-87e7-039355b66eb3" providerId="ADAL" clId="{04381D82-5ADC-43DC-8EBB-70651DE57C84}" dt="2023-03-30T20:36:01.861" v="214" actId="207"/>
          <ac:spMkLst>
            <pc:docMk/>
            <pc:sldMk cId="2252854869" sldId="277"/>
            <ac:spMk id="16" creationId="{DBC07735-A8D0-383B-32AB-E969D0DC7D3E}"/>
          </ac:spMkLst>
        </pc:spChg>
        <pc:spChg chg="mod">
          <ac:chgData name="Matthew James" userId="f666f108-8a0f-4162-87e7-039355b66eb3" providerId="ADAL" clId="{04381D82-5ADC-43DC-8EBB-70651DE57C84}" dt="2023-03-30T20:36:01.861" v="214" actId="207"/>
          <ac:spMkLst>
            <pc:docMk/>
            <pc:sldMk cId="2252854869" sldId="277"/>
            <ac:spMk id="17" creationId="{EFFF51DD-5273-4D4A-7E2D-EB863540A482}"/>
          </ac:spMkLst>
        </pc:spChg>
        <pc:spChg chg="mod">
          <ac:chgData name="Matthew James" userId="f666f108-8a0f-4162-87e7-039355b66eb3" providerId="ADAL" clId="{04381D82-5ADC-43DC-8EBB-70651DE57C84}" dt="2023-03-30T20:36:01.861" v="214" actId="207"/>
          <ac:spMkLst>
            <pc:docMk/>
            <pc:sldMk cId="2252854869" sldId="277"/>
            <ac:spMk id="18" creationId="{834C54B7-9524-599B-8A61-8A1CBAC22618}"/>
          </ac:spMkLst>
        </pc:spChg>
        <pc:spChg chg="mod">
          <ac:chgData name="Matthew James" userId="f666f108-8a0f-4162-87e7-039355b66eb3" providerId="ADAL" clId="{04381D82-5ADC-43DC-8EBB-70651DE57C84}" dt="2023-03-30T20:36:01.861" v="214" actId="207"/>
          <ac:spMkLst>
            <pc:docMk/>
            <pc:sldMk cId="2252854869" sldId="277"/>
            <ac:spMk id="19" creationId="{097F53EF-CBE2-E048-E38D-ADAD73082A62}"/>
          </ac:spMkLst>
        </pc:spChg>
        <pc:spChg chg="mod">
          <ac:chgData name="Matthew James" userId="f666f108-8a0f-4162-87e7-039355b66eb3" providerId="ADAL" clId="{04381D82-5ADC-43DC-8EBB-70651DE57C84}" dt="2023-03-30T20:36:01.861" v="214" actId="207"/>
          <ac:spMkLst>
            <pc:docMk/>
            <pc:sldMk cId="2252854869" sldId="277"/>
            <ac:spMk id="20" creationId="{FBF24B68-A456-B99C-78D7-FD3F798F0390}"/>
          </ac:spMkLst>
        </pc:spChg>
        <pc:spChg chg="add mod">
          <ac:chgData name="Matthew James" userId="f666f108-8a0f-4162-87e7-039355b66eb3" providerId="ADAL" clId="{04381D82-5ADC-43DC-8EBB-70651DE57C84}" dt="2023-03-30T20:46:44.303" v="684" actId="1076"/>
          <ac:spMkLst>
            <pc:docMk/>
            <pc:sldMk cId="2252854869" sldId="277"/>
            <ac:spMk id="21" creationId="{75B14154-C757-8020-15B9-75AC31970F3C}"/>
          </ac:spMkLst>
        </pc:spChg>
        <pc:spChg chg="add mod">
          <ac:chgData name="Matthew James" userId="f666f108-8a0f-4162-87e7-039355b66eb3" providerId="ADAL" clId="{04381D82-5ADC-43DC-8EBB-70651DE57C84}" dt="2023-03-30T20:48:10.281" v="771" actId="20577"/>
          <ac:spMkLst>
            <pc:docMk/>
            <pc:sldMk cId="2252854869" sldId="277"/>
            <ac:spMk id="26" creationId="{2CA000F3-10C1-0A13-9F65-9B963086D5D8}"/>
          </ac:spMkLst>
        </pc:spChg>
        <pc:spChg chg="del">
          <ac:chgData name="Matthew James" userId="f666f108-8a0f-4162-87e7-039355b66eb3" providerId="ADAL" clId="{04381D82-5ADC-43DC-8EBB-70651DE57C84}" dt="2023-03-30T20:38:12.832" v="288" actId="478"/>
          <ac:spMkLst>
            <pc:docMk/>
            <pc:sldMk cId="2252854869" sldId="277"/>
            <ac:spMk id="27" creationId="{A22DC3C1-CDFB-878F-87C1-885FB8ADD168}"/>
          </ac:spMkLst>
        </pc:spChg>
        <pc:spChg chg="add del mod">
          <ac:chgData name="Matthew James" userId="f666f108-8a0f-4162-87e7-039355b66eb3" providerId="ADAL" clId="{04381D82-5ADC-43DC-8EBB-70651DE57C84}" dt="2023-03-30T21:13:37.323" v="1221" actId="20577"/>
          <ac:spMkLst>
            <pc:docMk/>
            <pc:sldMk cId="2252854869" sldId="277"/>
            <ac:spMk id="31" creationId="{E23B4668-C88F-7DE2-D0B7-4C9D7A75C00D}"/>
          </ac:spMkLst>
        </pc:spChg>
        <pc:grpChg chg="mod">
          <ac:chgData name="Matthew James" userId="f666f108-8a0f-4162-87e7-039355b66eb3" providerId="ADAL" clId="{04381D82-5ADC-43DC-8EBB-70651DE57C84}" dt="2023-03-30T20:36:01.861" v="214" actId="207"/>
          <ac:grpSpMkLst>
            <pc:docMk/>
            <pc:sldMk cId="2252854869" sldId="277"/>
            <ac:grpSpMk id="4" creationId="{0102365E-5ACA-3BD6-ACB9-F57FF7349E2D}"/>
          </ac:grpSpMkLst>
        </pc:grpChg>
        <pc:grpChg chg="mod">
          <ac:chgData name="Matthew James" userId="f666f108-8a0f-4162-87e7-039355b66eb3" providerId="ADAL" clId="{04381D82-5ADC-43DC-8EBB-70651DE57C84}" dt="2023-03-30T20:36:01.861" v="214" actId="207"/>
          <ac:grpSpMkLst>
            <pc:docMk/>
            <pc:sldMk cId="2252854869" sldId="277"/>
            <ac:grpSpMk id="7" creationId="{88688E3A-07F6-52D6-4C31-E77CD8F5027D}"/>
          </ac:grpSpMkLst>
        </pc:grpChg>
        <pc:grpChg chg="mod">
          <ac:chgData name="Matthew James" userId="f666f108-8a0f-4162-87e7-039355b66eb3" providerId="ADAL" clId="{04381D82-5ADC-43DC-8EBB-70651DE57C84}" dt="2023-03-30T20:36:01.861" v="214" actId="207"/>
          <ac:grpSpMkLst>
            <pc:docMk/>
            <pc:sldMk cId="2252854869" sldId="277"/>
            <ac:grpSpMk id="14" creationId="{78042B43-D65A-BAAD-B1AD-35636AF2A2FE}"/>
          </ac:grpSpMkLst>
        </pc:grpChg>
        <pc:grpChg chg="mod">
          <ac:chgData name="Matthew James" userId="f666f108-8a0f-4162-87e7-039355b66eb3" providerId="ADAL" clId="{04381D82-5ADC-43DC-8EBB-70651DE57C84}" dt="2023-03-30T20:36:01.861" v="214" actId="207"/>
          <ac:grpSpMkLst>
            <pc:docMk/>
            <pc:sldMk cId="2252854869" sldId="277"/>
            <ac:grpSpMk id="15" creationId="{15886EF0-0D67-2078-1DB1-9B054D554E02}"/>
          </ac:grpSpMkLst>
        </pc:grpChg>
        <pc:graphicFrameChg chg="add mod modGraphic">
          <ac:chgData name="Matthew James" userId="f666f108-8a0f-4162-87e7-039355b66eb3" providerId="ADAL" clId="{04381D82-5ADC-43DC-8EBB-70651DE57C84}" dt="2023-03-30T20:48:30.723" v="775" actId="14734"/>
          <ac:graphicFrameMkLst>
            <pc:docMk/>
            <pc:sldMk cId="2252854869" sldId="277"/>
            <ac:graphicFrameMk id="2" creationId="{ACF77F72-0725-E347-4BEE-387268FDAABF}"/>
          </ac:graphicFrameMkLst>
        </pc:graphicFrameChg>
        <pc:graphicFrameChg chg="add del mod modGraphic">
          <ac:chgData name="Matthew James" userId="f666f108-8a0f-4162-87e7-039355b66eb3" providerId="ADAL" clId="{04381D82-5ADC-43DC-8EBB-70651DE57C84}" dt="2023-03-30T20:38:06.851" v="287" actId="114"/>
          <ac:graphicFrameMkLst>
            <pc:docMk/>
            <pc:sldMk cId="2252854869" sldId="277"/>
            <ac:graphicFrameMk id="47" creationId="{1C39B4C4-C5D4-DC4C-38F6-910DD6F80D82}"/>
          </ac:graphicFrameMkLst>
        </pc:graphicFrameChg>
        <pc:cxnChg chg="mod">
          <ac:chgData name="Matthew James" userId="f666f108-8a0f-4162-87e7-039355b66eb3" providerId="ADAL" clId="{04381D82-5ADC-43DC-8EBB-70651DE57C84}" dt="2023-03-30T20:36:01.861" v="214" actId="207"/>
          <ac:cxnSpMkLst>
            <pc:docMk/>
            <pc:sldMk cId="2252854869" sldId="277"/>
            <ac:cxnSpMk id="13" creationId="{7884FC12-610A-FC96-8D82-42381912BE27}"/>
          </ac:cxnSpMkLst>
        </pc:cxnChg>
        <pc:cxnChg chg="add mod">
          <ac:chgData name="Matthew James" userId="f666f108-8a0f-4162-87e7-039355b66eb3" providerId="ADAL" clId="{04381D82-5ADC-43DC-8EBB-70651DE57C84}" dt="2023-03-30T20:47:04.498" v="687" actId="1582"/>
          <ac:cxnSpMkLst>
            <pc:docMk/>
            <pc:sldMk cId="2252854869" sldId="277"/>
            <ac:cxnSpMk id="23" creationId="{A536B37D-21AD-A8F2-EE5F-114A97304783}"/>
          </ac:cxnSpMkLst>
        </pc:cxnChg>
        <pc:cxnChg chg="add mod">
          <ac:chgData name="Matthew James" userId="f666f108-8a0f-4162-87e7-039355b66eb3" providerId="ADAL" clId="{04381D82-5ADC-43DC-8EBB-70651DE57C84}" dt="2023-03-30T20:47:12.496" v="690" actId="14100"/>
          <ac:cxnSpMkLst>
            <pc:docMk/>
            <pc:sldMk cId="2252854869" sldId="277"/>
            <ac:cxnSpMk id="24" creationId="{22957A5F-C40A-9426-DD28-2940E68CD9BD}"/>
          </ac:cxnSpMkLst>
        </pc:cxnChg>
        <pc:cxnChg chg="add mod">
          <ac:chgData name="Matthew James" userId="f666f108-8a0f-4162-87e7-039355b66eb3" providerId="ADAL" clId="{04381D82-5ADC-43DC-8EBB-70651DE57C84}" dt="2023-03-30T20:48:33.412" v="776" actId="14100"/>
          <ac:cxnSpMkLst>
            <pc:docMk/>
            <pc:sldMk cId="2252854869" sldId="277"/>
            <ac:cxnSpMk id="28" creationId="{E0C28C3C-0B2A-3F61-C8B8-F33967D22E19}"/>
          </ac:cxnSpMkLst>
        </pc:cxnChg>
      </pc:sldChg>
      <pc:sldChg chg="addSp delSp modSp add mod">
        <pc:chgData name="Matthew James" userId="f666f108-8a0f-4162-87e7-039355b66eb3" providerId="ADAL" clId="{04381D82-5ADC-43DC-8EBB-70651DE57C84}" dt="2023-03-30T21:13:37.806" v="1237" actId="20577"/>
        <pc:sldMkLst>
          <pc:docMk/>
          <pc:sldMk cId="716437717" sldId="278"/>
        </pc:sldMkLst>
        <pc:spChg chg="add mod">
          <ac:chgData name="Matthew James" userId="f666f108-8a0f-4162-87e7-039355b66eb3" providerId="ADAL" clId="{04381D82-5ADC-43DC-8EBB-70651DE57C84}" dt="2023-03-30T20:39:12.303" v="303" actId="688"/>
          <ac:spMkLst>
            <pc:docMk/>
            <pc:sldMk cId="716437717" sldId="278"/>
            <ac:spMk id="23" creationId="{AC2A8049-DA85-AFF3-D092-61E1E386336F}"/>
          </ac:spMkLst>
        </pc:spChg>
        <pc:spChg chg="add mod">
          <ac:chgData name="Matthew James" userId="f666f108-8a0f-4162-87e7-039355b66eb3" providerId="ADAL" clId="{04381D82-5ADC-43DC-8EBB-70651DE57C84}" dt="2023-03-30T20:39:29.984" v="309" actId="1076"/>
          <ac:spMkLst>
            <pc:docMk/>
            <pc:sldMk cId="716437717" sldId="278"/>
            <ac:spMk id="24" creationId="{0EE25BDB-12CE-6802-58B6-AA51CF5FA39A}"/>
          </ac:spMkLst>
        </pc:spChg>
        <pc:spChg chg="add mod">
          <ac:chgData name="Matthew James" userId="f666f108-8a0f-4162-87e7-039355b66eb3" providerId="ADAL" clId="{04381D82-5ADC-43DC-8EBB-70651DE57C84}" dt="2023-03-30T20:55:13.193" v="872" actId="20577"/>
          <ac:spMkLst>
            <pc:docMk/>
            <pc:sldMk cId="716437717" sldId="278"/>
            <ac:spMk id="25" creationId="{EBFABB49-AE30-53C6-FFA7-95C66692F2F7}"/>
          </ac:spMkLst>
        </pc:spChg>
        <pc:spChg chg="del">
          <ac:chgData name="Matthew James" userId="f666f108-8a0f-4162-87e7-039355b66eb3" providerId="ADAL" clId="{04381D82-5ADC-43DC-8EBB-70651DE57C84}" dt="2023-03-30T20:41:07.315" v="419" actId="478"/>
          <ac:spMkLst>
            <pc:docMk/>
            <pc:sldMk cId="716437717" sldId="278"/>
            <ac:spMk id="27" creationId="{A22DC3C1-CDFB-878F-87C1-885FB8ADD168}"/>
          </ac:spMkLst>
        </pc:spChg>
        <pc:spChg chg="add mod">
          <ac:chgData name="Matthew James" userId="f666f108-8a0f-4162-87e7-039355b66eb3" providerId="ADAL" clId="{04381D82-5ADC-43DC-8EBB-70651DE57C84}" dt="2023-03-30T20:58:38.016" v="1017" actId="20577"/>
          <ac:spMkLst>
            <pc:docMk/>
            <pc:sldMk cId="716437717" sldId="278"/>
            <ac:spMk id="33" creationId="{A25D471B-A5AA-751E-C0E7-4CFD524A3886}"/>
          </ac:spMkLst>
        </pc:spChg>
        <pc:spChg chg="add mod">
          <ac:chgData name="Matthew James" userId="f666f108-8a0f-4162-87e7-039355b66eb3" providerId="ADAL" clId="{04381D82-5ADC-43DC-8EBB-70651DE57C84}" dt="2023-03-30T21:13:37.423" v="1224" actId="1076"/>
          <ac:spMkLst>
            <pc:docMk/>
            <pc:sldMk cId="716437717" sldId="278"/>
            <ac:spMk id="35" creationId="{74B1B3AC-67C2-FFE0-5844-062BD86E9669}"/>
          </ac:spMkLst>
        </pc:spChg>
        <pc:spChg chg="add del mod">
          <ac:chgData name="Matthew James" userId="f666f108-8a0f-4162-87e7-039355b66eb3" providerId="ADAL" clId="{04381D82-5ADC-43DC-8EBB-70651DE57C84}" dt="2023-03-30T21:13:37.408" v="1223" actId="20577"/>
          <ac:spMkLst>
            <pc:docMk/>
            <pc:sldMk cId="716437717" sldId="278"/>
            <ac:spMk id="36" creationId="{ECB9D2FB-916E-FA76-CBF2-A7F0A419FFEA}"/>
          </ac:spMkLst>
        </pc:spChg>
        <pc:spChg chg="add del mod">
          <ac:chgData name="Matthew James" userId="f666f108-8a0f-4162-87e7-039355b66eb3" providerId="ADAL" clId="{04381D82-5ADC-43DC-8EBB-70651DE57C84}" dt="2023-03-30T21:13:37.806" v="1237" actId="20577"/>
          <ac:spMkLst>
            <pc:docMk/>
            <pc:sldMk cId="716437717" sldId="278"/>
            <ac:spMk id="38" creationId="{56C6E25E-A929-29B0-A6AB-363EF3D3345C}"/>
          </ac:spMkLst>
        </pc:spChg>
        <pc:grpChg chg="mod">
          <ac:chgData name="Matthew James" userId="f666f108-8a0f-4162-87e7-039355b66eb3" providerId="ADAL" clId="{04381D82-5ADC-43DC-8EBB-70651DE57C84}" dt="2023-03-30T20:39:08.165" v="302" actId="1076"/>
          <ac:grpSpMkLst>
            <pc:docMk/>
            <pc:sldMk cId="716437717" sldId="278"/>
            <ac:grpSpMk id="4" creationId="{0102365E-5ACA-3BD6-ACB9-F57FF7349E2D}"/>
          </ac:grpSpMkLst>
        </pc:grpChg>
        <pc:graphicFrameChg chg="add mod modGraphic">
          <ac:chgData name="Matthew James" userId="f666f108-8a0f-4162-87e7-039355b66eb3" providerId="ADAL" clId="{04381D82-5ADC-43DC-8EBB-70651DE57C84}" dt="2023-03-30T20:54:56.176" v="820" actId="20577"/>
          <ac:graphicFrameMkLst>
            <pc:docMk/>
            <pc:sldMk cId="716437717" sldId="278"/>
            <ac:graphicFrameMk id="2" creationId="{40FBEF45-2903-0B3C-66ED-97B354E2CA2D}"/>
          </ac:graphicFrameMkLst>
        </pc:graphicFrameChg>
        <pc:graphicFrameChg chg="add mod modGraphic">
          <ac:chgData name="Matthew James" userId="f666f108-8a0f-4162-87e7-039355b66eb3" providerId="ADAL" clId="{04381D82-5ADC-43DC-8EBB-70651DE57C84}" dt="2023-03-30T20:39:26.119" v="308" actId="20577"/>
          <ac:graphicFrameMkLst>
            <pc:docMk/>
            <pc:sldMk cId="716437717" sldId="278"/>
            <ac:graphicFrameMk id="3" creationId="{53D3BFD0-C625-FE1F-DA41-FBA016924085}"/>
          </ac:graphicFrameMkLst>
        </pc:graphicFrameChg>
        <pc:graphicFrameChg chg="add mod modGraphic">
          <ac:chgData name="Matthew James" userId="f666f108-8a0f-4162-87e7-039355b66eb3" providerId="ADAL" clId="{04381D82-5ADC-43DC-8EBB-70651DE57C84}" dt="2023-03-30T20:54:48.195" v="808" actId="5793"/>
          <ac:graphicFrameMkLst>
            <pc:docMk/>
            <pc:sldMk cId="716437717" sldId="278"/>
            <ac:graphicFrameMk id="21" creationId="{9FAD91D6-AD0A-FF5E-0B63-302736FA5651}"/>
          </ac:graphicFrameMkLst>
        </pc:graphicFrameChg>
        <pc:graphicFrameChg chg="add mod modGraphic">
          <ac:chgData name="Matthew James" userId="f666f108-8a0f-4162-87e7-039355b66eb3" providerId="ADAL" clId="{04381D82-5ADC-43DC-8EBB-70651DE57C84}" dt="2023-03-30T20:38:51.950" v="299" actId="20577"/>
          <ac:graphicFrameMkLst>
            <pc:docMk/>
            <pc:sldMk cId="716437717" sldId="278"/>
            <ac:graphicFrameMk id="22" creationId="{60537C16-A12B-4795-7925-22DCF627072E}"/>
          </ac:graphicFrameMkLst>
        </pc:graphicFrameChg>
        <pc:graphicFrameChg chg="del">
          <ac:chgData name="Matthew James" userId="f666f108-8a0f-4162-87e7-039355b66eb3" providerId="ADAL" clId="{04381D82-5ADC-43DC-8EBB-70651DE57C84}" dt="2023-03-30T20:38:21.392" v="289" actId="478"/>
          <ac:graphicFrameMkLst>
            <pc:docMk/>
            <pc:sldMk cId="716437717" sldId="278"/>
            <ac:graphicFrameMk id="47" creationId="{1C39B4C4-C5D4-DC4C-38F6-910DD6F80D82}"/>
          </ac:graphicFrameMkLst>
        </pc:graphicFrameChg>
        <pc:cxnChg chg="add mod">
          <ac:chgData name="Matthew James" userId="f666f108-8a0f-4162-87e7-039355b66eb3" providerId="ADAL" clId="{04381D82-5ADC-43DC-8EBB-70651DE57C84}" dt="2023-03-30T20:56:12.523" v="877" actId="14100"/>
          <ac:cxnSpMkLst>
            <pc:docMk/>
            <pc:sldMk cId="716437717" sldId="278"/>
            <ac:cxnSpMk id="26" creationId="{F5C737A1-D13E-3EA6-F4C0-4DE239B0616B}"/>
          </ac:cxnSpMkLst>
        </pc:cxnChg>
        <pc:cxnChg chg="add mod">
          <ac:chgData name="Matthew James" userId="f666f108-8a0f-4162-87e7-039355b66eb3" providerId="ADAL" clId="{04381D82-5ADC-43DC-8EBB-70651DE57C84}" dt="2023-03-30T20:56:09.631" v="876" actId="14100"/>
          <ac:cxnSpMkLst>
            <pc:docMk/>
            <pc:sldMk cId="716437717" sldId="278"/>
            <ac:cxnSpMk id="28" creationId="{97E6FCED-08BA-95E6-0A0E-667549D0E778}"/>
          </ac:cxnSpMkLst>
        </pc:cxnChg>
        <pc:cxnChg chg="add mod">
          <ac:chgData name="Matthew James" userId="f666f108-8a0f-4162-87e7-039355b66eb3" providerId="ADAL" clId="{04381D82-5ADC-43DC-8EBB-70651DE57C84}" dt="2023-03-30T21:13:37.464" v="1226" actId="14100"/>
          <ac:cxnSpMkLst>
            <pc:docMk/>
            <pc:sldMk cId="716437717" sldId="278"/>
            <ac:cxnSpMk id="32" creationId="{87E41456-B31B-F9D7-DB40-2078D022ADF2}"/>
          </ac:cxnSpMkLst>
        </pc:cxnChg>
      </pc:sldChg>
      <pc:sldChg chg="del">
        <pc:chgData name="Matthew James" userId="f666f108-8a0f-4162-87e7-039355b66eb3" providerId="ADAL" clId="{04381D82-5ADC-43DC-8EBB-70651DE57C84}" dt="2023-03-30T19:30:06.996" v="0" actId="47"/>
        <pc:sldMkLst>
          <pc:docMk/>
          <pc:sldMk cId="1876286331" sldId="278"/>
        </pc:sldMkLst>
      </pc:sldChg>
    </pc:docChg>
  </pc:docChgLst>
  <pc:docChgLst>
    <pc:chgData name="Matthew James" userId="f666f108-8a0f-4162-87e7-039355b66eb3" providerId="ADAL" clId="{EE49861C-7CA9-4596-9D10-FDAE5CC2C5BE}"/>
    <pc:docChg chg="custSel addSld delSld modSld">
      <pc:chgData name="Matthew James" userId="f666f108-8a0f-4162-87e7-039355b66eb3" providerId="ADAL" clId="{EE49861C-7CA9-4596-9D10-FDAE5CC2C5BE}" dt="2023-03-23T09:44:18.492" v="119" actId="47"/>
      <pc:docMkLst>
        <pc:docMk/>
      </pc:docMkLst>
      <pc:sldChg chg="del">
        <pc:chgData name="Matthew James" userId="f666f108-8a0f-4162-87e7-039355b66eb3" providerId="ADAL" clId="{EE49861C-7CA9-4596-9D10-FDAE5CC2C5BE}" dt="2023-03-23T09:40:08.651" v="1" actId="47"/>
        <pc:sldMkLst>
          <pc:docMk/>
          <pc:sldMk cId="1851223333" sldId="260"/>
        </pc:sldMkLst>
      </pc:sldChg>
      <pc:sldChg chg="modSp mod">
        <pc:chgData name="Matthew James" userId="f666f108-8a0f-4162-87e7-039355b66eb3" providerId="ADAL" clId="{EE49861C-7CA9-4596-9D10-FDAE5CC2C5BE}" dt="2023-03-23T09:44:08.300" v="118" actId="14100"/>
        <pc:sldMkLst>
          <pc:docMk/>
          <pc:sldMk cId="1630608680" sldId="262"/>
        </pc:sldMkLst>
        <pc:spChg chg="mod">
          <ac:chgData name="Matthew James" userId="f666f108-8a0f-4162-87e7-039355b66eb3" providerId="ADAL" clId="{EE49861C-7CA9-4596-9D10-FDAE5CC2C5BE}" dt="2023-03-23T09:41:55.226" v="99" actId="20577"/>
          <ac:spMkLst>
            <pc:docMk/>
            <pc:sldMk cId="1630608680" sldId="262"/>
            <ac:spMk id="2" creationId="{54D83234-F928-E2C8-3901-8212B5BEEB95}"/>
          </ac:spMkLst>
        </pc:spChg>
        <pc:spChg chg="mod">
          <ac:chgData name="Matthew James" userId="f666f108-8a0f-4162-87e7-039355b66eb3" providerId="ADAL" clId="{EE49861C-7CA9-4596-9D10-FDAE5CC2C5BE}" dt="2023-03-23T09:44:04.074" v="117" actId="1076"/>
          <ac:spMkLst>
            <pc:docMk/>
            <pc:sldMk cId="1630608680" sldId="262"/>
            <ac:spMk id="4116" creationId="{163BEF0F-9509-F477-F663-848AD005D55D}"/>
          </ac:spMkLst>
        </pc:spChg>
        <pc:picChg chg="mod">
          <ac:chgData name="Matthew James" userId="f666f108-8a0f-4162-87e7-039355b66eb3" providerId="ADAL" clId="{EE49861C-7CA9-4596-9D10-FDAE5CC2C5BE}" dt="2023-03-23T09:44:00.857" v="116" actId="1076"/>
          <ac:picMkLst>
            <pc:docMk/>
            <pc:sldMk cId="1630608680" sldId="262"/>
            <ac:picMk id="4111" creationId="{0E42F5EE-C4FD-BDF4-60EE-3A2A67414611}"/>
          </ac:picMkLst>
        </pc:picChg>
        <pc:cxnChg chg="mod">
          <ac:chgData name="Matthew James" userId="f666f108-8a0f-4162-87e7-039355b66eb3" providerId="ADAL" clId="{EE49861C-7CA9-4596-9D10-FDAE5CC2C5BE}" dt="2023-03-23T09:44:08.300" v="118" actId="14100"/>
          <ac:cxnSpMkLst>
            <pc:docMk/>
            <pc:sldMk cId="1630608680" sldId="262"/>
            <ac:cxnSpMk id="24" creationId="{42FC16BE-ABB8-DE7B-00EA-105CA0DF4993}"/>
          </ac:cxnSpMkLst>
        </pc:cxnChg>
      </pc:sldChg>
      <pc:sldChg chg="del">
        <pc:chgData name="Matthew James" userId="f666f108-8a0f-4162-87e7-039355b66eb3" providerId="ADAL" clId="{EE49861C-7CA9-4596-9D10-FDAE5CC2C5BE}" dt="2023-03-23T09:42:37.828" v="102" actId="47"/>
        <pc:sldMkLst>
          <pc:docMk/>
          <pc:sldMk cId="247086847" sldId="263"/>
        </pc:sldMkLst>
      </pc:sldChg>
      <pc:sldChg chg="modSp mod">
        <pc:chgData name="Matthew James" userId="f666f108-8a0f-4162-87e7-039355b66eb3" providerId="ADAL" clId="{EE49861C-7CA9-4596-9D10-FDAE5CC2C5BE}" dt="2023-03-23T09:43:40.214" v="112" actId="20577"/>
        <pc:sldMkLst>
          <pc:docMk/>
          <pc:sldMk cId="1380186487" sldId="264"/>
        </pc:sldMkLst>
        <pc:spChg chg="mod">
          <ac:chgData name="Matthew James" userId="f666f108-8a0f-4162-87e7-039355b66eb3" providerId="ADAL" clId="{EE49861C-7CA9-4596-9D10-FDAE5CC2C5BE}" dt="2023-03-23T09:43:40.214" v="112" actId="20577"/>
          <ac:spMkLst>
            <pc:docMk/>
            <pc:sldMk cId="1380186487" sldId="264"/>
            <ac:spMk id="3" creationId="{ED8C3978-936E-8F3F-8C79-8DFDB4BD3713}"/>
          </ac:spMkLst>
        </pc:spChg>
      </pc:sldChg>
      <pc:sldChg chg="del">
        <pc:chgData name="Matthew James" userId="f666f108-8a0f-4162-87e7-039355b66eb3" providerId="ADAL" clId="{EE49861C-7CA9-4596-9D10-FDAE5CC2C5BE}" dt="2023-03-23T09:44:18.492" v="119" actId="47"/>
        <pc:sldMkLst>
          <pc:docMk/>
          <pc:sldMk cId="354202375" sldId="265"/>
        </pc:sldMkLst>
      </pc:sldChg>
      <pc:sldChg chg="modSp add mod">
        <pc:chgData name="Matthew James" userId="f666f108-8a0f-4162-87e7-039355b66eb3" providerId="ADAL" clId="{EE49861C-7CA9-4596-9D10-FDAE5CC2C5BE}" dt="2023-03-23T09:41:46.563" v="80" actId="20577"/>
        <pc:sldMkLst>
          <pc:docMk/>
          <pc:sldMk cId="2834444210" sldId="267"/>
        </pc:sldMkLst>
        <pc:spChg chg="mod">
          <ac:chgData name="Matthew James" userId="f666f108-8a0f-4162-87e7-039355b66eb3" providerId="ADAL" clId="{EE49861C-7CA9-4596-9D10-FDAE5CC2C5BE}" dt="2023-03-23T09:41:46.563" v="80" actId="20577"/>
          <ac:spMkLst>
            <pc:docMk/>
            <pc:sldMk cId="2834444210" sldId="267"/>
            <ac:spMk id="2" creationId="{1D952F95-7243-E2B6-A49B-3FD8999D017D}"/>
          </ac:spMkLst>
        </pc:spChg>
        <pc:spChg chg="mod">
          <ac:chgData name="Matthew James" userId="f666f108-8a0f-4162-87e7-039355b66eb3" providerId="ADAL" clId="{EE49861C-7CA9-4596-9D10-FDAE5CC2C5BE}" dt="2023-03-23T09:40:20.523" v="2" actId="207"/>
          <ac:spMkLst>
            <pc:docMk/>
            <pc:sldMk cId="2834444210" sldId="267"/>
            <ac:spMk id="11" creationId="{1C3CE4B7-7583-BFE1-F148-46B38A38FCA8}"/>
          </ac:spMkLst>
        </pc:spChg>
        <pc:spChg chg="mod">
          <ac:chgData name="Matthew James" userId="f666f108-8a0f-4162-87e7-039355b66eb3" providerId="ADAL" clId="{EE49861C-7CA9-4596-9D10-FDAE5CC2C5BE}" dt="2023-03-23T09:40:26.963" v="3" actId="207"/>
          <ac:spMkLst>
            <pc:docMk/>
            <pc:sldMk cId="2834444210" sldId="267"/>
            <ac:spMk id="15" creationId="{629E7262-EA58-AF89-7A6D-633223D45F82}"/>
          </ac:spMkLst>
        </pc:spChg>
        <pc:spChg chg="mod">
          <ac:chgData name="Matthew James" userId="f666f108-8a0f-4162-87e7-039355b66eb3" providerId="ADAL" clId="{EE49861C-7CA9-4596-9D10-FDAE5CC2C5BE}" dt="2023-03-23T09:40:26.963" v="3" actId="207"/>
          <ac:spMkLst>
            <pc:docMk/>
            <pc:sldMk cId="2834444210" sldId="267"/>
            <ac:spMk id="16" creationId="{E2627661-20AF-C38F-87A7-BD0CAC878FAD}"/>
          </ac:spMkLst>
        </pc:spChg>
        <pc:spChg chg="mod">
          <ac:chgData name="Matthew James" userId="f666f108-8a0f-4162-87e7-039355b66eb3" providerId="ADAL" clId="{EE49861C-7CA9-4596-9D10-FDAE5CC2C5BE}" dt="2023-03-23T09:40:26.963" v="3" actId="207"/>
          <ac:spMkLst>
            <pc:docMk/>
            <pc:sldMk cId="2834444210" sldId="267"/>
            <ac:spMk id="26" creationId="{143181B6-D9F3-8D2C-CB71-A5419B65FD4E}"/>
          </ac:spMkLst>
        </pc:spChg>
        <pc:spChg chg="mod">
          <ac:chgData name="Matthew James" userId="f666f108-8a0f-4162-87e7-039355b66eb3" providerId="ADAL" clId="{EE49861C-7CA9-4596-9D10-FDAE5CC2C5BE}" dt="2023-03-23T09:40:26.963" v="3" actId="207"/>
          <ac:spMkLst>
            <pc:docMk/>
            <pc:sldMk cId="2834444210" sldId="267"/>
            <ac:spMk id="27" creationId="{05D4D17C-92F0-8725-0A99-EEFFAC72728E}"/>
          </ac:spMkLst>
        </pc:spChg>
        <pc:spChg chg="mod">
          <ac:chgData name="Matthew James" userId="f666f108-8a0f-4162-87e7-039355b66eb3" providerId="ADAL" clId="{EE49861C-7CA9-4596-9D10-FDAE5CC2C5BE}" dt="2023-03-23T09:40:26.963" v="3" actId="207"/>
          <ac:spMkLst>
            <pc:docMk/>
            <pc:sldMk cId="2834444210" sldId="267"/>
            <ac:spMk id="28" creationId="{27D7C519-1EC1-4B38-0EE8-C0192241BE7B}"/>
          </ac:spMkLst>
        </pc:spChg>
        <pc:spChg chg="mod">
          <ac:chgData name="Matthew James" userId="f666f108-8a0f-4162-87e7-039355b66eb3" providerId="ADAL" clId="{EE49861C-7CA9-4596-9D10-FDAE5CC2C5BE}" dt="2023-03-23T09:40:26.963" v="3" actId="207"/>
          <ac:spMkLst>
            <pc:docMk/>
            <pc:sldMk cId="2834444210" sldId="267"/>
            <ac:spMk id="29" creationId="{38F0B4FA-98D5-E6E8-4974-26C44F9B1085}"/>
          </ac:spMkLst>
        </pc:spChg>
        <pc:spChg chg="mod">
          <ac:chgData name="Matthew James" userId="f666f108-8a0f-4162-87e7-039355b66eb3" providerId="ADAL" clId="{EE49861C-7CA9-4596-9D10-FDAE5CC2C5BE}" dt="2023-03-23T09:40:20.523" v="2" actId="207"/>
          <ac:spMkLst>
            <pc:docMk/>
            <pc:sldMk cId="2834444210" sldId="267"/>
            <ac:spMk id="35" creationId="{8CB906B0-B71A-BBF1-6157-2CF8FA2EA3D4}"/>
          </ac:spMkLst>
        </pc:spChg>
        <pc:spChg chg="mod">
          <ac:chgData name="Matthew James" userId="f666f108-8a0f-4162-87e7-039355b66eb3" providerId="ADAL" clId="{EE49861C-7CA9-4596-9D10-FDAE5CC2C5BE}" dt="2023-03-23T09:40:20.523" v="2" actId="207"/>
          <ac:spMkLst>
            <pc:docMk/>
            <pc:sldMk cId="2834444210" sldId="267"/>
            <ac:spMk id="36" creationId="{FF2F29E7-6299-875F-4176-A32ACE97B7EB}"/>
          </ac:spMkLst>
        </pc:spChg>
        <pc:spChg chg="mod">
          <ac:chgData name="Matthew James" userId="f666f108-8a0f-4162-87e7-039355b66eb3" providerId="ADAL" clId="{EE49861C-7CA9-4596-9D10-FDAE5CC2C5BE}" dt="2023-03-23T09:40:26.963" v="3" actId="207"/>
          <ac:spMkLst>
            <pc:docMk/>
            <pc:sldMk cId="2834444210" sldId="267"/>
            <ac:spMk id="45" creationId="{FE310DA1-9175-1D2A-9886-D1F3B0150325}"/>
          </ac:spMkLst>
        </pc:spChg>
        <pc:spChg chg="mod">
          <ac:chgData name="Matthew James" userId="f666f108-8a0f-4162-87e7-039355b66eb3" providerId="ADAL" clId="{EE49861C-7CA9-4596-9D10-FDAE5CC2C5BE}" dt="2023-03-23T09:40:26.963" v="3" actId="207"/>
          <ac:spMkLst>
            <pc:docMk/>
            <pc:sldMk cId="2834444210" sldId="267"/>
            <ac:spMk id="46" creationId="{C3034F21-9724-F665-665D-F1105ECDDA7C}"/>
          </ac:spMkLst>
        </pc:spChg>
        <pc:spChg chg="mod">
          <ac:chgData name="Matthew James" userId="f666f108-8a0f-4162-87e7-039355b66eb3" providerId="ADAL" clId="{EE49861C-7CA9-4596-9D10-FDAE5CC2C5BE}" dt="2023-03-23T09:40:26.963" v="3" actId="207"/>
          <ac:spMkLst>
            <pc:docMk/>
            <pc:sldMk cId="2834444210" sldId="267"/>
            <ac:spMk id="47" creationId="{5A759D13-5AC3-C526-2C46-6F2A99BD9BC5}"/>
          </ac:spMkLst>
        </pc:spChg>
        <pc:spChg chg="mod">
          <ac:chgData name="Matthew James" userId="f666f108-8a0f-4162-87e7-039355b66eb3" providerId="ADAL" clId="{EE49861C-7CA9-4596-9D10-FDAE5CC2C5BE}" dt="2023-03-23T09:40:20.523" v="2" actId="207"/>
          <ac:spMkLst>
            <pc:docMk/>
            <pc:sldMk cId="2834444210" sldId="267"/>
            <ac:spMk id="48" creationId="{1FE7585B-A4BE-4547-F46C-FAA61DE05148}"/>
          </ac:spMkLst>
        </pc:spChg>
        <pc:spChg chg="mod">
          <ac:chgData name="Matthew James" userId="f666f108-8a0f-4162-87e7-039355b66eb3" providerId="ADAL" clId="{EE49861C-7CA9-4596-9D10-FDAE5CC2C5BE}" dt="2023-03-23T09:40:26.963" v="3" actId="207"/>
          <ac:spMkLst>
            <pc:docMk/>
            <pc:sldMk cId="2834444210" sldId="267"/>
            <ac:spMk id="49" creationId="{637662BE-7A0D-F62F-1A23-299B3DE3D38F}"/>
          </ac:spMkLst>
        </pc:spChg>
        <pc:spChg chg="mod">
          <ac:chgData name="Matthew James" userId="f666f108-8a0f-4162-87e7-039355b66eb3" providerId="ADAL" clId="{EE49861C-7CA9-4596-9D10-FDAE5CC2C5BE}" dt="2023-03-23T09:40:26.963" v="3" actId="207"/>
          <ac:spMkLst>
            <pc:docMk/>
            <pc:sldMk cId="2834444210" sldId="267"/>
            <ac:spMk id="50" creationId="{4A56388D-7051-4278-2EF7-2CEF772486BE}"/>
          </ac:spMkLst>
        </pc:spChg>
        <pc:spChg chg="mod">
          <ac:chgData name="Matthew James" userId="f666f108-8a0f-4162-87e7-039355b66eb3" providerId="ADAL" clId="{EE49861C-7CA9-4596-9D10-FDAE5CC2C5BE}" dt="2023-03-23T09:40:26.963" v="3" actId="207"/>
          <ac:spMkLst>
            <pc:docMk/>
            <pc:sldMk cId="2834444210" sldId="267"/>
            <ac:spMk id="51" creationId="{2A13D834-B209-24AD-2CE6-AE5807991397}"/>
          </ac:spMkLst>
        </pc:spChg>
        <pc:spChg chg="mod">
          <ac:chgData name="Matthew James" userId="f666f108-8a0f-4162-87e7-039355b66eb3" providerId="ADAL" clId="{EE49861C-7CA9-4596-9D10-FDAE5CC2C5BE}" dt="2023-03-23T09:40:26.963" v="3" actId="207"/>
          <ac:spMkLst>
            <pc:docMk/>
            <pc:sldMk cId="2834444210" sldId="267"/>
            <ac:spMk id="52" creationId="{234E5878-6A32-86E0-128D-CF1EBCF69EE7}"/>
          </ac:spMkLst>
        </pc:spChg>
        <pc:spChg chg="mod">
          <ac:chgData name="Matthew James" userId="f666f108-8a0f-4162-87e7-039355b66eb3" providerId="ADAL" clId="{EE49861C-7CA9-4596-9D10-FDAE5CC2C5BE}" dt="2023-03-23T09:40:26.963" v="3" actId="207"/>
          <ac:spMkLst>
            <pc:docMk/>
            <pc:sldMk cId="2834444210" sldId="267"/>
            <ac:spMk id="53" creationId="{5AABBBB2-5792-EFA5-7D01-A0BC66A53DA7}"/>
          </ac:spMkLst>
        </pc:spChg>
        <pc:spChg chg="mod">
          <ac:chgData name="Matthew James" userId="f666f108-8a0f-4162-87e7-039355b66eb3" providerId="ADAL" clId="{EE49861C-7CA9-4596-9D10-FDAE5CC2C5BE}" dt="2023-03-23T09:40:26.963" v="3" actId="207"/>
          <ac:spMkLst>
            <pc:docMk/>
            <pc:sldMk cId="2834444210" sldId="267"/>
            <ac:spMk id="54" creationId="{BA77EE92-0C62-8F63-C7FE-45C64E6B4D06}"/>
          </ac:spMkLst>
        </pc:spChg>
        <pc:spChg chg="mod">
          <ac:chgData name="Matthew James" userId="f666f108-8a0f-4162-87e7-039355b66eb3" providerId="ADAL" clId="{EE49861C-7CA9-4596-9D10-FDAE5CC2C5BE}" dt="2023-03-23T09:40:20.523" v="2" actId="207"/>
          <ac:spMkLst>
            <pc:docMk/>
            <pc:sldMk cId="2834444210" sldId="267"/>
            <ac:spMk id="61" creationId="{D3725368-58C9-D324-4FD4-DE12EDF7DC92}"/>
          </ac:spMkLst>
        </pc:spChg>
        <pc:spChg chg="mod">
          <ac:chgData name="Matthew James" userId="f666f108-8a0f-4162-87e7-039355b66eb3" providerId="ADAL" clId="{EE49861C-7CA9-4596-9D10-FDAE5CC2C5BE}" dt="2023-03-23T09:40:20.523" v="2" actId="207"/>
          <ac:spMkLst>
            <pc:docMk/>
            <pc:sldMk cId="2834444210" sldId="267"/>
            <ac:spMk id="62" creationId="{4348FFAD-D610-1C5C-FEE9-E4BE8C8D6CDA}"/>
          </ac:spMkLst>
        </pc:spChg>
        <pc:spChg chg="mod">
          <ac:chgData name="Matthew James" userId="f666f108-8a0f-4162-87e7-039355b66eb3" providerId="ADAL" clId="{EE49861C-7CA9-4596-9D10-FDAE5CC2C5BE}" dt="2023-03-23T09:40:26.963" v="3" actId="207"/>
          <ac:spMkLst>
            <pc:docMk/>
            <pc:sldMk cId="2834444210" sldId="267"/>
            <ac:spMk id="70" creationId="{D6993F2C-61D9-0C94-EC80-CC97F7576D87}"/>
          </ac:spMkLst>
        </pc:spChg>
        <pc:spChg chg="mod">
          <ac:chgData name="Matthew James" userId="f666f108-8a0f-4162-87e7-039355b66eb3" providerId="ADAL" clId="{EE49861C-7CA9-4596-9D10-FDAE5CC2C5BE}" dt="2023-03-23T09:40:26.963" v="3" actId="207"/>
          <ac:spMkLst>
            <pc:docMk/>
            <pc:sldMk cId="2834444210" sldId="267"/>
            <ac:spMk id="74" creationId="{CB8EE835-1A2D-112E-EE86-5D6AC417E55F}"/>
          </ac:spMkLst>
        </pc:spChg>
        <pc:spChg chg="mod">
          <ac:chgData name="Matthew James" userId="f666f108-8a0f-4162-87e7-039355b66eb3" providerId="ADAL" clId="{EE49861C-7CA9-4596-9D10-FDAE5CC2C5BE}" dt="2023-03-23T09:40:26.963" v="3" actId="207"/>
          <ac:spMkLst>
            <pc:docMk/>
            <pc:sldMk cId="2834444210" sldId="267"/>
            <ac:spMk id="91" creationId="{84836D6B-498E-A358-5839-A80BABFA49A9}"/>
          </ac:spMkLst>
        </pc:spChg>
        <pc:spChg chg="mod">
          <ac:chgData name="Matthew James" userId="f666f108-8a0f-4162-87e7-039355b66eb3" providerId="ADAL" clId="{EE49861C-7CA9-4596-9D10-FDAE5CC2C5BE}" dt="2023-03-23T09:40:26.963" v="3" actId="207"/>
          <ac:spMkLst>
            <pc:docMk/>
            <pc:sldMk cId="2834444210" sldId="267"/>
            <ac:spMk id="101" creationId="{69F737A7-22B6-C457-7EDA-555C6097F88D}"/>
          </ac:spMkLst>
        </pc:spChg>
        <pc:picChg chg="mod">
          <ac:chgData name="Matthew James" userId="f666f108-8a0f-4162-87e7-039355b66eb3" providerId="ADAL" clId="{EE49861C-7CA9-4596-9D10-FDAE5CC2C5BE}" dt="2023-03-23T09:40:20.523" v="2" actId="207"/>
          <ac:picMkLst>
            <pc:docMk/>
            <pc:sldMk cId="2834444210" sldId="267"/>
            <ac:picMk id="5" creationId="{172F5454-830D-1877-1E5B-DBC08244530F}"/>
          </ac:picMkLst>
        </pc:picChg>
        <pc:picChg chg="mod">
          <ac:chgData name="Matthew James" userId="f666f108-8a0f-4162-87e7-039355b66eb3" providerId="ADAL" clId="{EE49861C-7CA9-4596-9D10-FDAE5CC2C5BE}" dt="2023-03-23T09:40:26.963" v="3" actId="207"/>
          <ac:picMkLst>
            <pc:docMk/>
            <pc:sldMk cId="2834444210" sldId="267"/>
            <ac:picMk id="6" creationId="{F66E0C4B-EF1A-C755-732A-BBBD40E61BE0}"/>
          </ac:picMkLst>
        </pc:picChg>
        <pc:picChg chg="mod">
          <ac:chgData name="Matthew James" userId="f666f108-8a0f-4162-87e7-039355b66eb3" providerId="ADAL" clId="{EE49861C-7CA9-4596-9D10-FDAE5CC2C5BE}" dt="2023-03-23T09:40:20.523" v="2" actId="207"/>
          <ac:picMkLst>
            <pc:docMk/>
            <pc:sldMk cId="2834444210" sldId="267"/>
            <ac:picMk id="7" creationId="{FD28E931-21F4-C8AE-1B3F-C3AE77E965F8}"/>
          </ac:picMkLst>
        </pc:picChg>
        <pc:picChg chg="mod">
          <ac:chgData name="Matthew James" userId="f666f108-8a0f-4162-87e7-039355b66eb3" providerId="ADAL" clId="{EE49861C-7CA9-4596-9D10-FDAE5CC2C5BE}" dt="2023-03-23T09:40:20.523" v="2" actId="207"/>
          <ac:picMkLst>
            <pc:docMk/>
            <pc:sldMk cId="2834444210" sldId="267"/>
            <ac:picMk id="8" creationId="{C00CF748-042D-7E1D-761D-C224694C27DE}"/>
          </ac:picMkLst>
        </pc:picChg>
        <pc:picChg chg="mod">
          <ac:chgData name="Matthew James" userId="f666f108-8a0f-4162-87e7-039355b66eb3" providerId="ADAL" clId="{EE49861C-7CA9-4596-9D10-FDAE5CC2C5BE}" dt="2023-03-23T09:40:20.523" v="2" actId="207"/>
          <ac:picMkLst>
            <pc:docMk/>
            <pc:sldMk cId="2834444210" sldId="267"/>
            <ac:picMk id="9" creationId="{CE7C3563-CD67-6C0C-6F4D-8CAD0A8CB69B}"/>
          </ac:picMkLst>
        </pc:picChg>
        <pc:picChg chg="mod">
          <ac:chgData name="Matthew James" userId="f666f108-8a0f-4162-87e7-039355b66eb3" providerId="ADAL" clId="{EE49861C-7CA9-4596-9D10-FDAE5CC2C5BE}" dt="2023-03-23T09:40:20.523" v="2" actId="207"/>
          <ac:picMkLst>
            <pc:docMk/>
            <pc:sldMk cId="2834444210" sldId="267"/>
            <ac:picMk id="10" creationId="{BCCB46C9-8161-44C6-08CD-B117EF0874E8}"/>
          </ac:picMkLst>
        </pc:picChg>
        <pc:picChg chg="mod">
          <ac:chgData name="Matthew James" userId="f666f108-8a0f-4162-87e7-039355b66eb3" providerId="ADAL" clId="{EE49861C-7CA9-4596-9D10-FDAE5CC2C5BE}" dt="2023-03-23T09:40:26.963" v="3" actId="207"/>
          <ac:picMkLst>
            <pc:docMk/>
            <pc:sldMk cId="2834444210" sldId="267"/>
            <ac:picMk id="12" creationId="{383F052A-A571-3BB8-2D51-90C2519D67C8}"/>
          </ac:picMkLst>
        </pc:picChg>
        <pc:picChg chg="mod">
          <ac:chgData name="Matthew James" userId="f666f108-8a0f-4162-87e7-039355b66eb3" providerId="ADAL" clId="{EE49861C-7CA9-4596-9D10-FDAE5CC2C5BE}" dt="2023-03-23T09:40:26.963" v="3" actId="207"/>
          <ac:picMkLst>
            <pc:docMk/>
            <pc:sldMk cId="2834444210" sldId="267"/>
            <ac:picMk id="17" creationId="{0554951D-9205-5E5C-F6D9-266D374EE377}"/>
          </ac:picMkLst>
        </pc:picChg>
        <pc:picChg chg="mod">
          <ac:chgData name="Matthew James" userId="f666f108-8a0f-4162-87e7-039355b66eb3" providerId="ADAL" clId="{EE49861C-7CA9-4596-9D10-FDAE5CC2C5BE}" dt="2023-03-23T09:40:26.963" v="3" actId="207"/>
          <ac:picMkLst>
            <pc:docMk/>
            <pc:sldMk cId="2834444210" sldId="267"/>
            <ac:picMk id="18" creationId="{815889F4-0C13-127C-E2AB-B1678E64F251}"/>
          </ac:picMkLst>
        </pc:picChg>
        <pc:picChg chg="mod">
          <ac:chgData name="Matthew James" userId="f666f108-8a0f-4162-87e7-039355b66eb3" providerId="ADAL" clId="{EE49861C-7CA9-4596-9D10-FDAE5CC2C5BE}" dt="2023-03-23T09:40:26.963" v="3" actId="207"/>
          <ac:picMkLst>
            <pc:docMk/>
            <pc:sldMk cId="2834444210" sldId="267"/>
            <ac:picMk id="19" creationId="{09224F73-B2A5-537C-608D-C971E1A747B4}"/>
          </ac:picMkLst>
        </pc:picChg>
        <pc:picChg chg="mod">
          <ac:chgData name="Matthew James" userId="f666f108-8a0f-4162-87e7-039355b66eb3" providerId="ADAL" clId="{EE49861C-7CA9-4596-9D10-FDAE5CC2C5BE}" dt="2023-03-23T09:40:26.963" v="3" actId="207"/>
          <ac:picMkLst>
            <pc:docMk/>
            <pc:sldMk cId="2834444210" sldId="267"/>
            <ac:picMk id="20" creationId="{DCA4D0B4-1FFC-B981-356D-DB8DB62AA720}"/>
          </ac:picMkLst>
        </pc:picChg>
        <pc:picChg chg="mod">
          <ac:chgData name="Matthew James" userId="f666f108-8a0f-4162-87e7-039355b66eb3" providerId="ADAL" clId="{EE49861C-7CA9-4596-9D10-FDAE5CC2C5BE}" dt="2023-03-23T09:40:26.963" v="3" actId="207"/>
          <ac:picMkLst>
            <pc:docMk/>
            <pc:sldMk cId="2834444210" sldId="267"/>
            <ac:picMk id="21" creationId="{F85B9C87-EC31-27CB-32DB-B6803F0C1384}"/>
          </ac:picMkLst>
        </pc:picChg>
        <pc:picChg chg="mod">
          <ac:chgData name="Matthew James" userId="f666f108-8a0f-4162-87e7-039355b66eb3" providerId="ADAL" clId="{EE49861C-7CA9-4596-9D10-FDAE5CC2C5BE}" dt="2023-03-23T09:40:26.963" v="3" actId="207"/>
          <ac:picMkLst>
            <pc:docMk/>
            <pc:sldMk cId="2834444210" sldId="267"/>
            <ac:picMk id="22" creationId="{0E4DAB37-9149-F3FE-F8AD-F82F92D57D16}"/>
          </ac:picMkLst>
        </pc:picChg>
        <pc:picChg chg="mod">
          <ac:chgData name="Matthew James" userId="f666f108-8a0f-4162-87e7-039355b66eb3" providerId="ADAL" clId="{EE49861C-7CA9-4596-9D10-FDAE5CC2C5BE}" dt="2023-03-23T09:40:26.963" v="3" actId="207"/>
          <ac:picMkLst>
            <pc:docMk/>
            <pc:sldMk cId="2834444210" sldId="267"/>
            <ac:picMk id="30" creationId="{E03CC5C3-8F52-35A1-0391-F54DF3D19B43}"/>
          </ac:picMkLst>
        </pc:picChg>
        <pc:picChg chg="mod">
          <ac:chgData name="Matthew James" userId="f666f108-8a0f-4162-87e7-039355b66eb3" providerId="ADAL" clId="{EE49861C-7CA9-4596-9D10-FDAE5CC2C5BE}" dt="2023-03-23T09:40:26.963" v="3" actId="207"/>
          <ac:picMkLst>
            <pc:docMk/>
            <pc:sldMk cId="2834444210" sldId="267"/>
            <ac:picMk id="31" creationId="{60CF9DDF-8070-3BBB-79C3-7DA7B99BB26F}"/>
          </ac:picMkLst>
        </pc:picChg>
        <pc:picChg chg="mod">
          <ac:chgData name="Matthew James" userId="f666f108-8a0f-4162-87e7-039355b66eb3" providerId="ADAL" clId="{EE49861C-7CA9-4596-9D10-FDAE5CC2C5BE}" dt="2023-03-23T09:40:26.963" v="3" actId="207"/>
          <ac:picMkLst>
            <pc:docMk/>
            <pc:sldMk cId="2834444210" sldId="267"/>
            <ac:picMk id="32" creationId="{A65CB405-1F90-F276-EC61-E71F049F53C8}"/>
          </ac:picMkLst>
        </pc:picChg>
        <pc:picChg chg="mod">
          <ac:chgData name="Matthew James" userId="f666f108-8a0f-4162-87e7-039355b66eb3" providerId="ADAL" clId="{EE49861C-7CA9-4596-9D10-FDAE5CC2C5BE}" dt="2023-03-23T09:40:26.963" v="3" actId="207"/>
          <ac:picMkLst>
            <pc:docMk/>
            <pc:sldMk cId="2834444210" sldId="267"/>
            <ac:picMk id="33" creationId="{9C4BB685-87CC-8389-2243-BDE3921532F8}"/>
          </ac:picMkLst>
        </pc:picChg>
        <pc:picChg chg="mod">
          <ac:chgData name="Matthew James" userId="f666f108-8a0f-4162-87e7-039355b66eb3" providerId="ADAL" clId="{EE49861C-7CA9-4596-9D10-FDAE5CC2C5BE}" dt="2023-03-23T09:40:26.963" v="3" actId="207"/>
          <ac:picMkLst>
            <pc:docMk/>
            <pc:sldMk cId="2834444210" sldId="267"/>
            <ac:picMk id="34" creationId="{7432A3FA-538E-5248-6CE5-EDAE0B30E0C6}"/>
          </ac:picMkLst>
        </pc:picChg>
        <pc:picChg chg="mod">
          <ac:chgData name="Matthew James" userId="f666f108-8a0f-4162-87e7-039355b66eb3" providerId="ADAL" clId="{EE49861C-7CA9-4596-9D10-FDAE5CC2C5BE}" dt="2023-03-23T09:40:26.963" v="3" actId="207"/>
          <ac:picMkLst>
            <pc:docMk/>
            <pc:sldMk cId="2834444210" sldId="267"/>
            <ac:picMk id="37" creationId="{9B2ABC09-D551-A96B-6B96-D5F63468F3C1}"/>
          </ac:picMkLst>
        </pc:picChg>
        <pc:picChg chg="mod">
          <ac:chgData name="Matthew James" userId="f666f108-8a0f-4162-87e7-039355b66eb3" providerId="ADAL" clId="{EE49861C-7CA9-4596-9D10-FDAE5CC2C5BE}" dt="2023-03-23T09:40:26.963" v="3" actId="207"/>
          <ac:picMkLst>
            <pc:docMk/>
            <pc:sldMk cId="2834444210" sldId="267"/>
            <ac:picMk id="38" creationId="{B0945EB8-DE1C-6D88-D24F-9DB6EF48441D}"/>
          </ac:picMkLst>
        </pc:picChg>
        <pc:picChg chg="mod">
          <ac:chgData name="Matthew James" userId="f666f108-8a0f-4162-87e7-039355b66eb3" providerId="ADAL" clId="{EE49861C-7CA9-4596-9D10-FDAE5CC2C5BE}" dt="2023-03-23T09:40:26.963" v="3" actId="207"/>
          <ac:picMkLst>
            <pc:docMk/>
            <pc:sldMk cId="2834444210" sldId="267"/>
            <ac:picMk id="39" creationId="{CBA113F2-6475-BAFA-F703-D0258AF92109}"/>
          </ac:picMkLst>
        </pc:picChg>
        <pc:picChg chg="mod">
          <ac:chgData name="Matthew James" userId="f666f108-8a0f-4162-87e7-039355b66eb3" providerId="ADAL" clId="{EE49861C-7CA9-4596-9D10-FDAE5CC2C5BE}" dt="2023-03-23T09:40:26.963" v="3" actId="207"/>
          <ac:picMkLst>
            <pc:docMk/>
            <pc:sldMk cId="2834444210" sldId="267"/>
            <ac:picMk id="40" creationId="{06FF3664-A071-4EF6-B160-AFA0B7231A15}"/>
          </ac:picMkLst>
        </pc:picChg>
        <pc:picChg chg="mod">
          <ac:chgData name="Matthew James" userId="f666f108-8a0f-4162-87e7-039355b66eb3" providerId="ADAL" clId="{EE49861C-7CA9-4596-9D10-FDAE5CC2C5BE}" dt="2023-03-23T09:40:26.963" v="3" actId="207"/>
          <ac:picMkLst>
            <pc:docMk/>
            <pc:sldMk cId="2834444210" sldId="267"/>
            <ac:picMk id="41" creationId="{3DDD19C9-DBD6-7F3B-8F42-BC5987407F71}"/>
          </ac:picMkLst>
        </pc:picChg>
        <pc:picChg chg="mod">
          <ac:chgData name="Matthew James" userId="f666f108-8a0f-4162-87e7-039355b66eb3" providerId="ADAL" clId="{EE49861C-7CA9-4596-9D10-FDAE5CC2C5BE}" dt="2023-03-23T09:40:26.963" v="3" actId="207"/>
          <ac:picMkLst>
            <pc:docMk/>
            <pc:sldMk cId="2834444210" sldId="267"/>
            <ac:picMk id="42" creationId="{28129648-A5C7-1C1B-D21E-EB415442ECA6}"/>
          </ac:picMkLst>
        </pc:picChg>
        <pc:picChg chg="mod">
          <ac:chgData name="Matthew James" userId="f666f108-8a0f-4162-87e7-039355b66eb3" providerId="ADAL" clId="{EE49861C-7CA9-4596-9D10-FDAE5CC2C5BE}" dt="2023-03-23T09:40:26.963" v="3" actId="207"/>
          <ac:picMkLst>
            <pc:docMk/>
            <pc:sldMk cId="2834444210" sldId="267"/>
            <ac:picMk id="43" creationId="{0125158D-87FF-5DE7-877A-B92B15E353AC}"/>
          </ac:picMkLst>
        </pc:picChg>
        <pc:picChg chg="mod">
          <ac:chgData name="Matthew James" userId="f666f108-8a0f-4162-87e7-039355b66eb3" providerId="ADAL" clId="{EE49861C-7CA9-4596-9D10-FDAE5CC2C5BE}" dt="2023-03-23T09:40:26.963" v="3" actId="207"/>
          <ac:picMkLst>
            <pc:docMk/>
            <pc:sldMk cId="2834444210" sldId="267"/>
            <ac:picMk id="55" creationId="{611B8FC7-1425-F06B-8BB3-7CC4D304816A}"/>
          </ac:picMkLst>
        </pc:picChg>
        <pc:picChg chg="mod">
          <ac:chgData name="Matthew James" userId="f666f108-8a0f-4162-87e7-039355b66eb3" providerId="ADAL" clId="{EE49861C-7CA9-4596-9D10-FDAE5CC2C5BE}" dt="2023-03-23T09:40:26.963" v="3" actId="207"/>
          <ac:picMkLst>
            <pc:docMk/>
            <pc:sldMk cId="2834444210" sldId="267"/>
            <ac:picMk id="56" creationId="{46DD3C7B-BF3C-53DC-F969-72E9D0F8C0D2}"/>
          </ac:picMkLst>
        </pc:picChg>
        <pc:picChg chg="mod">
          <ac:chgData name="Matthew James" userId="f666f108-8a0f-4162-87e7-039355b66eb3" providerId="ADAL" clId="{EE49861C-7CA9-4596-9D10-FDAE5CC2C5BE}" dt="2023-03-23T09:40:26.963" v="3" actId="207"/>
          <ac:picMkLst>
            <pc:docMk/>
            <pc:sldMk cId="2834444210" sldId="267"/>
            <ac:picMk id="57" creationId="{4BB0F7EA-A32D-1061-9320-94764FFC4EB5}"/>
          </ac:picMkLst>
        </pc:picChg>
        <pc:picChg chg="mod">
          <ac:chgData name="Matthew James" userId="f666f108-8a0f-4162-87e7-039355b66eb3" providerId="ADAL" clId="{EE49861C-7CA9-4596-9D10-FDAE5CC2C5BE}" dt="2023-03-23T09:40:26.963" v="3" actId="207"/>
          <ac:picMkLst>
            <pc:docMk/>
            <pc:sldMk cId="2834444210" sldId="267"/>
            <ac:picMk id="68" creationId="{A0CF9124-A939-CDB2-5978-7F4C1F2754B7}"/>
          </ac:picMkLst>
        </pc:picChg>
        <pc:picChg chg="mod">
          <ac:chgData name="Matthew James" userId="f666f108-8a0f-4162-87e7-039355b66eb3" providerId="ADAL" clId="{EE49861C-7CA9-4596-9D10-FDAE5CC2C5BE}" dt="2023-03-23T09:40:26.963" v="3" actId="207"/>
          <ac:picMkLst>
            <pc:docMk/>
            <pc:sldMk cId="2834444210" sldId="267"/>
            <ac:picMk id="71" creationId="{AAF3E324-FF1B-7F14-4812-B24D3C311D50}"/>
          </ac:picMkLst>
        </pc:picChg>
        <pc:picChg chg="mod">
          <ac:chgData name="Matthew James" userId="f666f108-8a0f-4162-87e7-039355b66eb3" providerId="ADAL" clId="{EE49861C-7CA9-4596-9D10-FDAE5CC2C5BE}" dt="2023-03-23T09:40:26.963" v="3" actId="207"/>
          <ac:picMkLst>
            <pc:docMk/>
            <pc:sldMk cId="2834444210" sldId="267"/>
            <ac:picMk id="86" creationId="{E67BB42B-CB8E-84E6-F663-344B0053E384}"/>
          </ac:picMkLst>
        </pc:picChg>
        <pc:picChg chg="mod">
          <ac:chgData name="Matthew James" userId="f666f108-8a0f-4162-87e7-039355b66eb3" providerId="ADAL" clId="{EE49861C-7CA9-4596-9D10-FDAE5CC2C5BE}" dt="2023-03-23T09:40:20.523" v="2" actId="207"/>
          <ac:picMkLst>
            <pc:docMk/>
            <pc:sldMk cId="2834444210" sldId="267"/>
            <ac:picMk id="87" creationId="{B8DDE5D2-1674-BDDA-6C03-8D4DF81C5E27}"/>
          </ac:picMkLst>
        </pc:picChg>
        <pc:picChg chg="mod">
          <ac:chgData name="Matthew James" userId="f666f108-8a0f-4162-87e7-039355b66eb3" providerId="ADAL" clId="{EE49861C-7CA9-4596-9D10-FDAE5CC2C5BE}" dt="2023-03-23T09:40:20.523" v="2" actId="207"/>
          <ac:picMkLst>
            <pc:docMk/>
            <pc:sldMk cId="2834444210" sldId="267"/>
            <ac:picMk id="88" creationId="{9545C1CE-83BC-52ED-FB6B-71763F5BBDF4}"/>
          </ac:picMkLst>
        </pc:picChg>
        <pc:picChg chg="mod">
          <ac:chgData name="Matthew James" userId="f666f108-8a0f-4162-87e7-039355b66eb3" providerId="ADAL" clId="{EE49861C-7CA9-4596-9D10-FDAE5CC2C5BE}" dt="2023-03-23T09:40:20.523" v="2" actId="207"/>
          <ac:picMkLst>
            <pc:docMk/>
            <pc:sldMk cId="2834444210" sldId="267"/>
            <ac:picMk id="89" creationId="{65D0B356-F0AF-4B70-D8FD-668DA3090445}"/>
          </ac:picMkLst>
        </pc:picChg>
        <pc:picChg chg="mod">
          <ac:chgData name="Matthew James" userId="f666f108-8a0f-4162-87e7-039355b66eb3" providerId="ADAL" clId="{EE49861C-7CA9-4596-9D10-FDAE5CC2C5BE}" dt="2023-03-23T09:40:20.523" v="2" actId="207"/>
          <ac:picMkLst>
            <pc:docMk/>
            <pc:sldMk cId="2834444210" sldId="267"/>
            <ac:picMk id="90" creationId="{BB94B8C2-9736-30CF-1157-699B56588568}"/>
          </ac:picMkLst>
        </pc:picChg>
        <pc:picChg chg="mod">
          <ac:chgData name="Matthew James" userId="f666f108-8a0f-4162-87e7-039355b66eb3" providerId="ADAL" clId="{EE49861C-7CA9-4596-9D10-FDAE5CC2C5BE}" dt="2023-03-23T09:40:26.963" v="3" actId="207"/>
          <ac:picMkLst>
            <pc:docMk/>
            <pc:sldMk cId="2834444210" sldId="267"/>
            <ac:picMk id="100" creationId="{DDDA69DA-121B-DC93-5349-7FE0E0D0F3B8}"/>
          </ac:picMkLst>
        </pc:picChg>
        <pc:cxnChg chg="mod">
          <ac:chgData name="Matthew James" userId="f666f108-8a0f-4162-87e7-039355b66eb3" providerId="ADAL" clId="{EE49861C-7CA9-4596-9D10-FDAE5CC2C5BE}" dt="2023-03-23T09:40:20.523" v="2" actId="207"/>
          <ac:cxnSpMkLst>
            <pc:docMk/>
            <pc:sldMk cId="2834444210" sldId="267"/>
            <ac:cxnSpMk id="13" creationId="{EDA62648-2345-19A7-26AC-A0659B3202FA}"/>
          </ac:cxnSpMkLst>
        </pc:cxnChg>
        <pc:cxnChg chg="mod">
          <ac:chgData name="Matthew James" userId="f666f108-8a0f-4162-87e7-039355b66eb3" providerId="ADAL" clId="{EE49861C-7CA9-4596-9D10-FDAE5CC2C5BE}" dt="2023-03-23T09:40:20.523" v="2" actId="207"/>
          <ac:cxnSpMkLst>
            <pc:docMk/>
            <pc:sldMk cId="2834444210" sldId="267"/>
            <ac:cxnSpMk id="14" creationId="{A1C4BEFB-183C-F3CF-2B00-46FE4075E869}"/>
          </ac:cxnSpMkLst>
        </pc:cxnChg>
        <pc:cxnChg chg="mod">
          <ac:chgData name="Matthew James" userId="f666f108-8a0f-4162-87e7-039355b66eb3" providerId="ADAL" clId="{EE49861C-7CA9-4596-9D10-FDAE5CC2C5BE}" dt="2023-03-23T09:40:20.523" v="2" actId="207"/>
          <ac:cxnSpMkLst>
            <pc:docMk/>
            <pc:sldMk cId="2834444210" sldId="267"/>
            <ac:cxnSpMk id="23" creationId="{2EEDFEB8-F0D6-5E55-34C6-B85DA5719439}"/>
          </ac:cxnSpMkLst>
        </pc:cxnChg>
        <pc:cxnChg chg="mod">
          <ac:chgData name="Matthew James" userId="f666f108-8a0f-4162-87e7-039355b66eb3" providerId="ADAL" clId="{EE49861C-7CA9-4596-9D10-FDAE5CC2C5BE}" dt="2023-03-23T09:40:20.523" v="2" actId="207"/>
          <ac:cxnSpMkLst>
            <pc:docMk/>
            <pc:sldMk cId="2834444210" sldId="267"/>
            <ac:cxnSpMk id="24" creationId="{6E342960-34BF-759B-9E8C-5D5022EA9B24}"/>
          </ac:cxnSpMkLst>
        </pc:cxnChg>
        <pc:cxnChg chg="mod">
          <ac:chgData name="Matthew James" userId="f666f108-8a0f-4162-87e7-039355b66eb3" providerId="ADAL" clId="{EE49861C-7CA9-4596-9D10-FDAE5CC2C5BE}" dt="2023-03-23T09:40:20.523" v="2" actId="207"/>
          <ac:cxnSpMkLst>
            <pc:docMk/>
            <pc:sldMk cId="2834444210" sldId="267"/>
            <ac:cxnSpMk id="25" creationId="{8E468832-EAEA-B78E-CB52-A8391DA1CFBB}"/>
          </ac:cxnSpMkLst>
        </pc:cxnChg>
        <pc:cxnChg chg="mod">
          <ac:chgData name="Matthew James" userId="f666f108-8a0f-4162-87e7-039355b66eb3" providerId="ADAL" clId="{EE49861C-7CA9-4596-9D10-FDAE5CC2C5BE}" dt="2023-03-23T09:40:20.523" v="2" actId="207"/>
          <ac:cxnSpMkLst>
            <pc:docMk/>
            <pc:sldMk cId="2834444210" sldId="267"/>
            <ac:cxnSpMk id="44" creationId="{12AB3B4D-2AB4-6CCE-832F-376D03B40DFC}"/>
          </ac:cxnSpMkLst>
        </pc:cxnChg>
        <pc:cxnChg chg="mod">
          <ac:chgData name="Matthew James" userId="f666f108-8a0f-4162-87e7-039355b66eb3" providerId="ADAL" clId="{EE49861C-7CA9-4596-9D10-FDAE5CC2C5BE}" dt="2023-03-23T09:40:26.963" v="3" actId="207"/>
          <ac:cxnSpMkLst>
            <pc:docMk/>
            <pc:sldMk cId="2834444210" sldId="267"/>
            <ac:cxnSpMk id="59" creationId="{70697A2F-A0CA-2319-3F4E-FA7662069BB3}"/>
          </ac:cxnSpMkLst>
        </pc:cxnChg>
        <pc:cxnChg chg="mod">
          <ac:chgData name="Matthew James" userId="f666f108-8a0f-4162-87e7-039355b66eb3" providerId="ADAL" clId="{EE49861C-7CA9-4596-9D10-FDAE5CC2C5BE}" dt="2023-03-23T09:40:20.523" v="2" actId="207"/>
          <ac:cxnSpMkLst>
            <pc:docMk/>
            <pc:sldMk cId="2834444210" sldId="267"/>
            <ac:cxnSpMk id="60" creationId="{31EC1FB5-2A85-3707-613C-FA7BB3FD3AAE}"/>
          </ac:cxnSpMkLst>
        </pc:cxnChg>
        <pc:cxnChg chg="mod">
          <ac:chgData name="Matthew James" userId="f666f108-8a0f-4162-87e7-039355b66eb3" providerId="ADAL" clId="{EE49861C-7CA9-4596-9D10-FDAE5CC2C5BE}" dt="2023-03-23T09:40:26.963" v="3" actId="207"/>
          <ac:cxnSpMkLst>
            <pc:docMk/>
            <pc:sldMk cId="2834444210" sldId="267"/>
            <ac:cxnSpMk id="64" creationId="{F7690F2B-D81E-C0FB-08D7-2863001C2A59}"/>
          </ac:cxnSpMkLst>
        </pc:cxnChg>
        <pc:cxnChg chg="mod">
          <ac:chgData name="Matthew James" userId="f666f108-8a0f-4162-87e7-039355b66eb3" providerId="ADAL" clId="{EE49861C-7CA9-4596-9D10-FDAE5CC2C5BE}" dt="2023-03-23T09:40:20.523" v="2" actId="207"/>
          <ac:cxnSpMkLst>
            <pc:docMk/>
            <pc:sldMk cId="2834444210" sldId="267"/>
            <ac:cxnSpMk id="66" creationId="{65E8701C-BAE3-612E-ABCD-87DDAC3C8F9D}"/>
          </ac:cxnSpMkLst>
        </pc:cxnChg>
        <pc:cxnChg chg="mod">
          <ac:chgData name="Matthew James" userId="f666f108-8a0f-4162-87e7-039355b66eb3" providerId="ADAL" clId="{EE49861C-7CA9-4596-9D10-FDAE5CC2C5BE}" dt="2023-03-23T09:40:26.963" v="3" actId="207"/>
          <ac:cxnSpMkLst>
            <pc:docMk/>
            <pc:sldMk cId="2834444210" sldId="267"/>
            <ac:cxnSpMk id="69" creationId="{2291B53C-2551-E9E2-E194-8F8D73320848}"/>
          </ac:cxnSpMkLst>
        </pc:cxnChg>
        <pc:cxnChg chg="mod">
          <ac:chgData name="Matthew James" userId="f666f108-8a0f-4162-87e7-039355b66eb3" providerId="ADAL" clId="{EE49861C-7CA9-4596-9D10-FDAE5CC2C5BE}" dt="2023-03-23T09:40:20.523" v="2" actId="207"/>
          <ac:cxnSpMkLst>
            <pc:docMk/>
            <pc:sldMk cId="2834444210" sldId="267"/>
            <ac:cxnSpMk id="72" creationId="{C31911E9-BFE1-7605-FCD0-1B047010CEDE}"/>
          </ac:cxnSpMkLst>
        </pc:cxnChg>
        <pc:cxnChg chg="mod">
          <ac:chgData name="Matthew James" userId="f666f108-8a0f-4162-87e7-039355b66eb3" providerId="ADAL" clId="{EE49861C-7CA9-4596-9D10-FDAE5CC2C5BE}" dt="2023-03-23T09:40:20.523" v="2" actId="207"/>
          <ac:cxnSpMkLst>
            <pc:docMk/>
            <pc:sldMk cId="2834444210" sldId="267"/>
            <ac:cxnSpMk id="73" creationId="{54302F70-9DC1-9F04-B25F-108C33A9B59B}"/>
          </ac:cxnSpMkLst>
        </pc:cxnChg>
        <pc:cxnChg chg="mod">
          <ac:chgData name="Matthew James" userId="f666f108-8a0f-4162-87e7-039355b66eb3" providerId="ADAL" clId="{EE49861C-7CA9-4596-9D10-FDAE5CC2C5BE}" dt="2023-03-23T09:40:20.523" v="2" actId="207"/>
          <ac:cxnSpMkLst>
            <pc:docMk/>
            <pc:sldMk cId="2834444210" sldId="267"/>
            <ac:cxnSpMk id="83" creationId="{6D2C9B16-590D-72FF-3520-DED9AC9266A0}"/>
          </ac:cxnSpMkLst>
        </pc:cxnChg>
        <pc:cxnChg chg="mod">
          <ac:chgData name="Matthew James" userId="f666f108-8a0f-4162-87e7-039355b66eb3" providerId="ADAL" clId="{EE49861C-7CA9-4596-9D10-FDAE5CC2C5BE}" dt="2023-03-23T09:40:20.523" v="2" actId="207"/>
          <ac:cxnSpMkLst>
            <pc:docMk/>
            <pc:sldMk cId="2834444210" sldId="267"/>
            <ac:cxnSpMk id="102" creationId="{9C7DD8D0-3212-C63F-6C17-B085C573039B}"/>
          </ac:cxnSpMkLst>
        </pc:cxnChg>
      </pc:sldChg>
      <pc:sldChg chg="modSp add mod">
        <pc:chgData name="Matthew James" userId="f666f108-8a0f-4162-87e7-039355b66eb3" providerId="ADAL" clId="{EE49861C-7CA9-4596-9D10-FDAE5CC2C5BE}" dt="2023-03-23T09:43:54.922" v="115" actId="207"/>
        <pc:sldMkLst>
          <pc:docMk/>
          <pc:sldMk cId="708278313" sldId="268"/>
        </pc:sldMkLst>
        <pc:spChg chg="mod">
          <ac:chgData name="Matthew James" userId="f666f108-8a0f-4162-87e7-039355b66eb3" providerId="ADAL" clId="{EE49861C-7CA9-4596-9D10-FDAE5CC2C5BE}" dt="2023-03-23T09:43:53.042" v="114" actId="207"/>
          <ac:spMkLst>
            <pc:docMk/>
            <pc:sldMk cId="708278313" sldId="268"/>
            <ac:spMk id="2" creationId="{023DEA2C-4E02-75B3-3AD9-61C28A6082DD}"/>
          </ac:spMkLst>
        </pc:spChg>
        <pc:spChg chg="mod">
          <ac:chgData name="Matthew James" userId="f666f108-8a0f-4162-87e7-039355b66eb3" providerId="ADAL" clId="{EE49861C-7CA9-4596-9D10-FDAE5CC2C5BE}" dt="2023-03-23T09:42:30.526" v="101" actId="207"/>
          <ac:spMkLst>
            <pc:docMk/>
            <pc:sldMk cId="708278313" sldId="268"/>
            <ac:spMk id="5" creationId="{C852D51B-6722-E90B-A7F3-9D7478D9B2B0}"/>
          </ac:spMkLst>
        </pc:spChg>
        <pc:spChg chg="mod">
          <ac:chgData name="Matthew James" userId="f666f108-8a0f-4162-87e7-039355b66eb3" providerId="ADAL" clId="{EE49861C-7CA9-4596-9D10-FDAE5CC2C5BE}" dt="2023-03-23T09:42:30.526" v="101" actId="207"/>
          <ac:spMkLst>
            <pc:docMk/>
            <pc:sldMk cId="708278313" sldId="268"/>
            <ac:spMk id="6" creationId="{682E9596-E9E5-23B5-D0DB-01A9904FCF36}"/>
          </ac:spMkLst>
        </pc:spChg>
        <pc:spChg chg="mod">
          <ac:chgData name="Matthew James" userId="f666f108-8a0f-4162-87e7-039355b66eb3" providerId="ADAL" clId="{EE49861C-7CA9-4596-9D10-FDAE5CC2C5BE}" dt="2023-03-23T09:42:30.526" v="101" actId="207"/>
          <ac:spMkLst>
            <pc:docMk/>
            <pc:sldMk cId="708278313" sldId="268"/>
            <ac:spMk id="8" creationId="{0A81BB24-45F2-3E2B-C66D-EFD77D92E5E8}"/>
          </ac:spMkLst>
        </pc:spChg>
        <pc:spChg chg="mod">
          <ac:chgData name="Matthew James" userId="f666f108-8a0f-4162-87e7-039355b66eb3" providerId="ADAL" clId="{EE49861C-7CA9-4596-9D10-FDAE5CC2C5BE}" dt="2023-03-23T09:42:30.526" v="101" actId="207"/>
          <ac:spMkLst>
            <pc:docMk/>
            <pc:sldMk cId="708278313" sldId="268"/>
            <ac:spMk id="9" creationId="{5E6912F4-E625-FDD4-BD43-557C7593F36B}"/>
          </ac:spMkLst>
        </pc:spChg>
        <pc:spChg chg="mod">
          <ac:chgData name="Matthew James" userId="f666f108-8a0f-4162-87e7-039355b66eb3" providerId="ADAL" clId="{EE49861C-7CA9-4596-9D10-FDAE5CC2C5BE}" dt="2023-03-23T09:42:30.526" v="101" actId="207"/>
          <ac:spMkLst>
            <pc:docMk/>
            <pc:sldMk cId="708278313" sldId="268"/>
            <ac:spMk id="10" creationId="{C0903328-5490-399C-E00C-618A9A37463F}"/>
          </ac:spMkLst>
        </pc:spChg>
        <pc:spChg chg="mod">
          <ac:chgData name="Matthew James" userId="f666f108-8a0f-4162-87e7-039355b66eb3" providerId="ADAL" clId="{EE49861C-7CA9-4596-9D10-FDAE5CC2C5BE}" dt="2023-03-23T09:42:30.526" v="101" actId="207"/>
          <ac:spMkLst>
            <pc:docMk/>
            <pc:sldMk cId="708278313" sldId="268"/>
            <ac:spMk id="11" creationId="{0F5727E4-2268-6F1F-989F-351AC446E070}"/>
          </ac:spMkLst>
        </pc:spChg>
        <pc:spChg chg="mod">
          <ac:chgData name="Matthew James" userId="f666f108-8a0f-4162-87e7-039355b66eb3" providerId="ADAL" clId="{EE49861C-7CA9-4596-9D10-FDAE5CC2C5BE}" dt="2023-03-23T09:42:30.526" v="101" actId="207"/>
          <ac:spMkLst>
            <pc:docMk/>
            <pc:sldMk cId="708278313" sldId="268"/>
            <ac:spMk id="12" creationId="{99842D82-D7F9-E477-6DA1-C5267753EEE4}"/>
          </ac:spMkLst>
        </pc:spChg>
        <pc:spChg chg="mod">
          <ac:chgData name="Matthew James" userId="f666f108-8a0f-4162-87e7-039355b66eb3" providerId="ADAL" clId="{EE49861C-7CA9-4596-9D10-FDAE5CC2C5BE}" dt="2023-03-23T09:42:30.526" v="101" actId="207"/>
          <ac:spMkLst>
            <pc:docMk/>
            <pc:sldMk cId="708278313" sldId="268"/>
            <ac:spMk id="16" creationId="{F896E980-B2CA-C917-A392-84F1A514329F}"/>
          </ac:spMkLst>
        </pc:spChg>
        <pc:spChg chg="mod">
          <ac:chgData name="Matthew James" userId="f666f108-8a0f-4162-87e7-039355b66eb3" providerId="ADAL" clId="{EE49861C-7CA9-4596-9D10-FDAE5CC2C5BE}" dt="2023-03-23T09:42:30.526" v="101" actId="207"/>
          <ac:spMkLst>
            <pc:docMk/>
            <pc:sldMk cId="708278313" sldId="268"/>
            <ac:spMk id="17" creationId="{6BA4019E-1142-1FB9-6A8C-AA57AA6F42DB}"/>
          </ac:spMkLst>
        </pc:spChg>
        <pc:spChg chg="mod">
          <ac:chgData name="Matthew James" userId="f666f108-8a0f-4162-87e7-039355b66eb3" providerId="ADAL" clId="{EE49861C-7CA9-4596-9D10-FDAE5CC2C5BE}" dt="2023-03-23T09:42:30.526" v="101" actId="207"/>
          <ac:spMkLst>
            <pc:docMk/>
            <pc:sldMk cId="708278313" sldId="268"/>
            <ac:spMk id="18" creationId="{41801C3A-73F4-AFF2-669D-D353EA206018}"/>
          </ac:spMkLst>
        </pc:spChg>
        <pc:spChg chg="mod">
          <ac:chgData name="Matthew James" userId="f666f108-8a0f-4162-87e7-039355b66eb3" providerId="ADAL" clId="{EE49861C-7CA9-4596-9D10-FDAE5CC2C5BE}" dt="2023-03-23T09:42:30.526" v="101" actId="207"/>
          <ac:spMkLst>
            <pc:docMk/>
            <pc:sldMk cId="708278313" sldId="268"/>
            <ac:spMk id="19" creationId="{0B3B3D0E-380D-1A4A-B932-992C44AE6452}"/>
          </ac:spMkLst>
        </pc:spChg>
        <pc:spChg chg="mod">
          <ac:chgData name="Matthew James" userId="f666f108-8a0f-4162-87e7-039355b66eb3" providerId="ADAL" clId="{EE49861C-7CA9-4596-9D10-FDAE5CC2C5BE}" dt="2023-03-23T09:42:30.526" v="101" actId="207"/>
          <ac:spMkLst>
            <pc:docMk/>
            <pc:sldMk cId="708278313" sldId="268"/>
            <ac:spMk id="20" creationId="{9E9AF7FC-1567-31C0-9423-060F82584638}"/>
          </ac:spMkLst>
        </pc:spChg>
        <pc:spChg chg="mod">
          <ac:chgData name="Matthew James" userId="f666f108-8a0f-4162-87e7-039355b66eb3" providerId="ADAL" clId="{EE49861C-7CA9-4596-9D10-FDAE5CC2C5BE}" dt="2023-03-23T09:42:30.526" v="101" actId="207"/>
          <ac:spMkLst>
            <pc:docMk/>
            <pc:sldMk cId="708278313" sldId="268"/>
            <ac:spMk id="21" creationId="{4318E3F2-E007-A18A-B176-7C3416BB1D63}"/>
          </ac:spMkLst>
        </pc:spChg>
        <pc:spChg chg="mod">
          <ac:chgData name="Matthew James" userId="f666f108-8a0f-4162-87e7-039355b66eb3" providerId="ADAL" clId="{EE49861C-7CA9-4596-9D10-FDAE5CC2C5BE}" dt="2023-03-23T09:42:30.526" v="101" actId="207"/>
          <ac:spMkLst>
            <pc:docMk/>
            <pc:sldMk cId="708278313" sldId="268"/>
            <ac:spMk id="22" creationId="{F2A96318-1D62-0E25-7E94-CA7EB510A42A}"/>
          </ac:spMkLst>
        </pc:spChg>
        <pc:spChg chg="mod">
          <ac:chgData name="Matthew James" userId="f666f108-8a0f-4162-87e7-039355b66eb3" providerId="ADAL" clId="{EE49861C-7CA9-4596-9D10-FDAE5CC2C5BE}" dt="2023-03-23T09:42:30.526" v="101" actId="207"/>
          <ac:spMkLst>
            <pc:docMk/>
            <pc:sldMk cId="708278313" sldId="268"/>
            <ac:spMk id="23" creationId="{DD00D7E1-4DCA-4C37-FE5C-E00D0D3E6210}"/>
          </ac:spMkLst>
        </pc:spChg>
        <pc:spChg chg="mod">
          <ac:chgData name="Matthew James" userId="f666f108-8a0f-4162-87e7-039355b66eb3" providerId="ADAL" clId="{EE49861C-7CA9-4596-9D10-FDAE5CC2C5BE}" dt="2023-03-23T09:42:30.526" v="101" actId="207"/>
          <ac:spMkLst>
            <pc:docMk/>
            <pc:sldMk cId="708278313" sldId="268"/>
            <ac:spMk id="24" creationId="{550F5866-B6C2-A521-07D2-275EDFB0A45C}"/>
          </ac:spMkLst>
        </pc:spChg>
        <pc:spChg chg="mod">
          <ac:chgData name="Matthew James" userId="f666f108-8a0f-4162-87e7-039355b66eb3" providerId="ADAL" clId="{EE49861C-7CA9-4596-9D10-FDAE5CC2C5BE}" dt="2023-03-23T09:42:30.526" v="101" actId="207"/>
          <ac:spMkLst>
            <pc:docMk/>
            <pc:sldMk cId="708278313" sldId="268"/>
            <ac:spMk id="25" creationId="{D3BE7B4C-C173-9629-35A6-6A73F98B51CA}"/>
          </ac:spMkLst>
        </pc:spChg>
        <pc:spChg chg="mod">
          <ac:chgData name="Matthew James" userId="f666f108-8a0f-4162-87e7-039355b66eb3" providerId="ADAL" clId="{EE49861C-7CA9-4596-9D10-FDAE5CC2C5BE}" dt="2023-03-23T09:42:30.526" v="101" actId="207"/>
          <ac:spMkLst>
            <pc:docMk/>
            <pc:sldMk cId="708278313" sldId="268"/>
            <ac:spMk id="26" creationId="{2159F1D7-D3A8-972D-491C-4A905097D11B}"/>
          </ac:spMkLst>
        </pc:spChg>
        <pc:spChg chg="mod">
          <ac:chgData name="Matthew James" userId="f666f108-8a0f-4162-87e7-039355b66eb3" providerId="ADAL" clId="{EE49861C-7CA9-4596-9D10-FDAE5CC2C5BE}" dt="2023-03-23T09:42:30.526" v="101" actId="207"/>
          <ac:spMkLst>
            <pc:docMk/>
            <pc:sldMk cId="708278313" sldId="268"/>
            <ac:spMk id="27" creationId="{36F9AE7D-D46F-FF6E-B3E1-0C0A9BCA99BF}"/>
          </ac:spMkLst>
        </pc:spChg>
        <pc:spChg chg="mod">
          <ac:chgData name="Matthew James" userId="f666f108-8a0f-4162-87e7-039355b66eb3" providerId="ADAL" clId="{EE49861C-7CA9-4596-9D10-FDAE5CC2C5BE}" dt="2023-03-23T09:42:30.526" v="101" actId="207"/>
          <ac:spMkLst>
            <pc:docMk/>
            <pc:sldMk cId="708278313" sldId="268"/>
            <ac:spMk id="28" creationId="{B75494EC-F0CE-2CD9-FD8A-8E1605CB4B76}"/>
          </ac:spMkLst>
        </pc:spChg>
        <pc:spChg chg="mod">
          <ac:chgData name="Matthew James" userId="f666f108-8a0f-4162-87e7-039355b66eb3" providerId="ADAL" clId="{EE49861C-7CA9-4596-9D10-FDAE5CC2C5BE}" dt="2023-03-23T09:42:30.526" v="101" actId="207"/>
          <ac:spMkLst>
            <pc:docMk/>
            <pc:sldMk cId="708278313" sldId="268"/>
            <ac:spMk id="32" creationId="{6090F315-871C-4AB3-01F7-2E002C761826}"/>
          </ac:spMkLst>
        </pc:spChg>
        <pc:spChg chg="mod">
          <ac:chgData name="Matthew James" userId="f666f108-8a0f-4162-87e7-039355b66eb3" providerId="ADAL" clId="{EE49861C-7CA9-4596-9D10-FDAE5CC2C5BE}" dt="2023-03-23T09:42:30.526" v="101" actId="207"/>
          <ac:spMkLst>
            <pc:docMk/>
            <pc:sldMk cId="708278313" sldId="268"/>
            <ac:spMk id="33" creationId="{832DA4C4-2E6B-445E-D290-BA5882C14A24}"/>
          </ac:spMkLst>
        </pc:spChg>
        <pc:spChg chg="mod">
          <ac:chgData name="Matthew James" userId="f666f108-8a0f-4162-87e7-039355b66eb3" providerId="ADAL" clId="{EE49861C-7CA9-4596-9D10-FDAE5CC2C5BE}" dt="2023-03-23T09:42:30.526" v="101" actId="207"/>
          <ac:spMkLst>
            <pc:docMk/>
            <pc:sldMk cId="708278313" sldId="268"/>
            <ac:spMk id="34" creationId="{4F460133-30C8-A12B-6C43-72F05ACC734B}"/>
          </ac:spMkLst>
        </pc:spChg>
        <pc:spChg chg="mod">
          <ac:chgData name="Matthew James" userId="f666f108-8a0f-4162-87e7-039355b66eb3" providerId="ADAL" clId="{EE49861C-7CA9-4596-9D10-FDAE5CC2C5BE}" dt="2023-03-23T09:42:30.526" v="101" actId="207"/>
          <ac:spMkLst>
            <pc:docMk/>
            <pc:sldMk cId="708278313" sldId="268"/>
            <ac:spMk id="36" creationId="{0EE1F699-2A05-DA57-FB0B-CEC74952C928}"/>
          </ac:spMkLst>
        </pc:spChg>
        <pc:spChg chg="mod">
          <ac:chgData name="Matthew James" userId="f666f108-8a0f-4162-87e7-039355b66eb3" providerId="ADAL" clId="{EE49861C-7CA9-4596-9D10-FDAE5CC2C5BE}" dt="2023-03-23T09:42:30.526" v="101" actId="207"/>
          <ac:spMkLst>
            <pc:docMk/>
            <pc:sldMk cId="708278313" sldId="268"/>
            <ac:spMk id="37" creationId="{D05F3BF4-E2B1-8FD1-9866-A294471D7361}"/>
          </ac:spMkLst>
        </pc:spChg>
        <pc:spChg chg="mod">
          <ac:chgData name="Matthew James" userId="f666f108-8a0f-4162-87e7-039355b66eb3" providerId="ADAL" clId="{EE49861C-7CA9-4596-9D10-FDAE5CC2C5BE}" dt="2023-03-23T09:42:30.526" v="101" actId="207"/>
          <ac:spMkLst>
            <pc:docMk/>
            <pc:sldMk cId="708278313" sldId="268"/>
            <ac:spMk id="38" creationId="{D3A73184-FD5C-22C3-C5CB-F0D8DDDDE356}"/>
          </ac:spMkLst>
        </pc:spChg>
        <pc:spChg chg="mod">
          <ac:chgData name="Matthew James" userId="f666f108-8a0f-4162-87e7-039355b66eb3" providerId="ADAL" clId="{EE49861C-7CA9-4596-9D10-FDAE5CC2C5BE}" dt="2023-03-23T09:42:30.526" v="101" actId="207"/>
          <ac:spMkLst>
            <pc:docMk/>
            <pc:sldMk cId="708278313" sldId="268"/>
            <ac:spMk id="39" creationId="{7C2A7E27-3CE5-9A9E-FD8D-8D2CEBDBE16C}"/>
          </ac:spMkLst>
        </pc:spChg>
        <pc:spChg chg="mod">
          <ac:chgData name="Matthew James" userId="f666f108-8a0f-4162-87e7-039355b66eb3" providerId="ADAL" clId="{EE49861C-7CA9-4596-9D10-FDAE5CC2C5BE}" dt="2023-03-23T09:42:30.526" v="101" actId="207"/>
          <ac:spMkLst>
            <pc:docMk/>
            <pc:sldMk cId="708278313" sldId="268"/>
            <ac:spMk id="40" creationId="{BEFD5C96-051F-5BAD-01A6-76CF6F030503}"/>
          </ac:spMkLst>
        </pc:spChg>
        <pc:spChg chg="mod">
          <ac:chgData name="Matthew James" userId="f666f108-8a0f-4162-87e7-039355b66eb3" providerId="ADAL" clId="{EE49861C-7CA9-4596-9D10-FDAE5CC2C5BE}" dt="2023-03-23T09:42:30.526" v="101" actId="207"/>
          <ac:spMkLst>
            <pc:docMk/>
            <pc:sldMk cId="708278313" sldId="268"/>
            <ac:spMk id="41" creationId="{29296D48-FA56-A152-1C3E-34376AA31526}"/>
          </ac:spMkLst>
        </pc:spChg>
        <pc:spChg chg="mod">
          <ac:chgData name="Matthew James" userId="f666f108-8a0f-4162-87e7-039355b66eb3" providerId="ADAL" clId="{EE49861C-7CA9-4596-9D10-FDAE5CC2C5BE}" dt="2023-03-23T09:42:30.526" v="101" actId="207"/>
          <ac:spMkLst>
            <pc:docMk/>
            <pc:sldMk cId="708278313" sldId="268"/>
            <ac:spMk id="45" creationId="{82BE8ED5-6B28-4671-49A1-30F92D977904}"/>
          </ac:spMkLst>
        </pc:spChg>
        <pc:spChg chg="mod">
          <ac:chgData name="Matthew James" userId="f666f108-8a0f-4162-87e7-039355b66eb3" providerId="ADAL" clId="{EE49861C-7CA9-4596-9D10-FDAE5CC2C5BE}" dt="2023-03-23T09:42:30.526" v="101" actId="207"/>
          <ac:spMkLst>
            <pc:docMk/>
            <pc:sldMk cId="708278313" sldId="268"/>
            <ac:spMk id="46" creationId="{67C4EAC3-21F9-27D7-DC66-A3303E06BF84}"/>
          </ac:spMkLst>
        </pc:spChg>
        <pc:spChg chg="mod">
          <ac:chgData name="Matthew James" userId="f666f108-8a0f-4162-87e7-039355b66eb3" providerId="ADAL" clId="{EE49861C-7CA9-4596-9D10-FDAE5CC2C5BE}" dt="2023-03-23T09:42:30.526" v="101" actId="207"/>
          <ac:spMkLst>
            <pc:docMk/>
            <pc:sldMk cId="708278313" sldId="268"/>
            <ac:spMk id="51" creationId="{2924FA75-1DE3-3417-336E-37DBD2707B9B}"/>
          </ac:spMkLst>
        </pc:spChg>
        <pc:spChg chg="mod">
          <ac:chgData name="Matthew James" userId="f666f108-8a0f-4162-87e7-039355b66eb3" providerId="ADAL" clId="{EE49861C-7CA9-4596-9D10-FDAE5CC2C5BE}" dt="2023-03-23T09:42:30.526" v="101" actId="207"/>
          <ac:spMkLst>
            <pc:docMk/>
            <pc:sldMk cId="708278313" sldId="268"/>
            <ac:spMk id="52" creationId="{88ECA60B-8966-D201-830A-1827CA7AADE5}"/>
          </ac:spMkLst>
        </pc:spChg>
        <pc:spChg chg="mod">
          <ac:chgData name="Matthew James" userId="f666f108-8a0f-4162-87e7-039355b66eb3" providerId="ADAL" clId="{EE49861C-7CA9-4596-9D10-FDAE5CC2C5BE}" dt="2023-03-23T09:42:30.526" v="101" actId="207"/>
          <ac:spMkLst>
            <pc:docMk/>
            <pc:sldMk cId="708278313" sldId="268"/>
            <ac:spMk id="53" creationId="{2533A627-C20C-2BDA-BCA3-D2C3396DD5CA}"/>
          </ac:spMkLst>
        </pc:spChg>
        <pc:spChg chg="mod">
          <ac:chgData name="Matthew James" userId="f666f108-8a0f-4162-87e7-039355b66eb3" providerId="ADAL" clId="{EE49861C-7CA9-4596-9D10-FDAE5CC2C5BE}" dt="2023-03-23T09:42:30.526" v="101" actId="207"/>
          <ac:spMkLst>
            <pc:docMk/>
            <pc:sldMk cId="708278313" sldId="268"/>
            <ac:spMk id="54" creationId="{1BAE99F4-0B9A-90B7-D275-BE89F920E476}"/>
          </ac:spMkLst>
        </pc:spChg>
        <pc:spChg chg="mod">
          <ac:chgData name="Matthew James" userId="f666f108-8a0f-4162-87e7-039355b66eb3" providerId="ADAL" clId="{EE49861C-7CA9-4596-9D10-FDAE5CC2C5BE}" dt="2023-03-23T09:42:30.526" v="101" actId="207"/>
          <ac:spMkLst>
            <pc:docMk/>
            <pc:sldMk cId="708278313" sldId="268"/>
            <ac:spMk id="55" creationId="{0DF802BF-8C5A-6A65-7C89-24083870E6B4}"/>
          </ac:spMkLst>
        </pc:spChg>
        <pc:spChg chg="mod">
          <ac:chgData name="Matthew James" userId="f666f108-8a0f-4162-87e7-039355b66eb3" providerId="ADAL" clId="{EE49861C-7CA9-4596-9D10-FDAE5CC2C5BE}" dt="2023-03-23T09:42:30.526" v="101" actId="207"/>
          <ac:spMkLst>
            <pc:docMk/>
            <pc:sldMk cId="708278313" sldId="268"/>
            <ac:spMk id="56" creationId="{4BFA4A6B-1AA5-5EF3-FEC8-BCF155F2D936}"/>
          </ac:spMkLst>
        </pc:spChg>
        <pc:spChg chg="mod">
          <ac:chgData name="Matthew James" userId="f666f108-8a0f-4162-87e7-039355b66eb3" providerId="ADAL" clId="{EE49861C-7CA9-4596-9D10-FDAE5CC2C5BE}" dt="2023-03-23T09:42:30.526" v="101" actId="207"/>
          <ac:spMkLst>
            <pc:docMk/>
            <pc:sldMk cId="708278313" sldId="268"/>
            <ac:spMk id="57" creationId="{93F4C4D1-99D8-E043-6FAD-C0B040C93EBB}"/>
          </ac:spMkLst>
        </pc:spChg>
        <pc:spChg chg="mod">
          <ac:chgData name="Matthew James" userId="f666f108-8a0f-4162-87e7-039355b66eb3" providerId="ADAL" clId="{EE49861C-7CA9-4596-9D10-FDAE5CC2C5BE}" dt="2023-03-23T09:42:30.526" v="101" actId="207"/>
          <ac:spMkLst>
            <pc:docMk/>
            <pc:sldMk cId="708278313" sldId="268"/>
            <ac:spMk id="58" creationId="{252DFC35-D2C5-4466-0AA1-45CD941690C3}"/>
          </ac:spMkLst>
        </pc:spChg>
        <pc:spChg chg="mod">
          <ac:chgData name="Matthew James" userId="f666f108-8a0f-4162-87e7-039355b66eb3" providerId="ADAL" clId="{EE49861C-7CA9-4596-9D10-FDAE5CC2C5BE}" dt="2023-03-23T09:43:54.922" v="115" actId="207"/>
          <ac:spMkLst>
            <pc:docMk/>
            <pc:sldMk cId="708278313" sldId="268"/>
            <ac:spMk id="68" creationId="{A1A6A882-7275-4748-0FB4-26C374C625DC}"/>
          </ac:spMkLst>
        </pc:spChg>
        <pc:spChg chg="mod">
          <ac:chgData name="Matthew James" userId="f666f108-8a0f-4162-87e7-039355b66eb3" providerId="ADAL" clId="{EE49861C-7CA9-4596-9D10-FDAE5CC2C5BE}" dt="2023-03-23T09:43:47.804" v="113" actId="207"/>
          <ac:spMkLst>
            <pc:docMk/>
            <pc:sldMk cId="708278313" sldId="268"/>
            <ac:spMk id="70" creationId="{CE70F967-BFE9-DCAE-EB44-D799C971477F}"/>
          </ac:spMkLst>
        </pc:spChg>
      </pc:sldChg>
      <pc:sldChg chg="modSp add del mod">
        <pc:chgData name="Matthew James" userId="f666f108-8a0f-4162-87e7-039355b66eb3" providerId="ADAL" clId="{EE49861C-7CA9-4596-9D10-FDAE5CC2C5BE}" dt="2023-03-23T09:41:12.472" v="6" actId="47"/>
        <pc:sldMkLst>
          <pc:docMk/>
          <pc:sldMk cId="1612296604" sldId="268"/>
        </pc:sldMkLst>
        <pc:spChg chg="mod">
          <ac:chgData name="Matthew James" userId="f666f108-8a0f-4162-87e7-039355b66eb3" providerId="ADAL" clId="{EE49861C-7CA9-4596-9D10-FDAE5CC2C5BE}" dt="2023-03-23T09:40:44.735" v="5" actId="27636"/>
          <ac:spMkLst>
            <pc:docMk/>
            <pc:sldMk cId="1612296604" sldId="268"/>
            <ac:spMk id="2" creationId="{F9272E98-7366-CEE0-875E-691C45C92DCC}"/>
          </ac:spMkLst>
        </pc:spChg>
      </pc:sldChg>
    </pc:docChg>
  </pc:docChgLst>
  <pc:docChgLst>
    <pc:chgData name="Matthew James" userId="f666f108-8a0f-4162-87e7-039355b66eb3" providerId="ADAL" clId="{F17EDF52-FEA5-4BF9-B7B9-16197F2C5FF2}"/>
    <pc:docChg chg="custSel modSld">
      <pc:chgData name="Matthew James" userId="f666f108-8a0f-4162-87e7-039355b66eb3" providerId="ADAL" clId="{F17EDF52-FEA5-4BF9-B7B9-16197F2C5FF2}" dt="2023-03-14T11:18:52.584" v="51" actId="1076"/>
      <pc:docMkLst>
        <pc:docMk/>
      </pc:docMkLst>
      <pc:sldChg chg="addSp delSp modSp mod">
        <pc:chgData name="Matthew James" userId="f666f108-8a0f-4162-87e7-039355b66eb3" providerId="ADAL" clId="{F17EDF52-FEA5-4BF9-B7B9-16197F2C5FF2}" dt="2023-03-14T10:55:26.043" v="45" actId="478"/>
        <pc:sldMkLst>
          <pc:docMk/>
          <pc:sldMk cId="1851223333" sldId="260"/>
        </pc:sldMkLst>
        <pc:spChg chg="mod">
          <ac:chgData name="Matthew James" userId="f666f108-8a0f-4162-87e7-039355b66eb3" providerId="ADAL" clId="{F17EDF52-FEA5-4BF9-B7B9-16197F2C5FF2}" dt="2023-03-14T10:55:11.369" v="42" actId="1076"/>
          <ac:spMkLst>
            <pc:docMk/>
            <pc:sldMk cId="1851223333" sldId="260"/>
            <ac:spMk id="2" creationId="{02CEA645-3D37-6A0B-1B4F-A756B3E47214}"/>
          </ac:spMkLst>
        </pc:spChg>
        <pc:spChg chg="add del">
          <ac:chgData name="Matthew James" userId="f666f108-8a0f-4162-87e7-039355b66eb3" providerId="ADAL" clId="{F17EDF52-FEA5-4BF9-B7B9-16197F2C5FF2}" dt="2023-03-14T10:55:26.043" v="45" actId="478"/>
          <ac:spMkLst>
            <pc:docMk/>
            <pc:sldMk cId="1851223333" sldId="260"/>
            <ac:spMk id="8" creationId="{7E8565C6-2D4A-1002-67C7-EED065577F6F}"/>
          </ac:spMkLst>
        </pc:spChg>
        <pc:spChg chg="add mod">
          <ac:chgData name="Matthew James" userId="f666f108-8a0f-4162-87e7-039355b66eb3" providerId="ADAL" clId="{F17EDF52-FEA5-4BF9-B7B9-16197F2C5FF2}" dt="2023-03-14T10:53:55.545" v="26" actId="1076"/>
          <ac:spMkLst>
            <pc:docMk/>
            <pc:sldMk cId="1851223333" sldId="260"/>
            <ac:spMk id="15" creationId="{B67F5E4B-4D5E-FB75-AA0E-D0118733AC39}"/>
          </ac:spMkLst>
        </pc:spChg>
        <pc:spChg chg="add del">
          <ac:chgData name="Matthew James" userId="f666f108-8a0f-4162-87e7-039355b66eb3" providerId="ADAL" clId="{F17EDF52-FEA5-4BF9-B7B9-16197F2C5FF2}" dt="2023-03-14T10:55:26.043" v="45" actId="478"/>
          <ac:spMkLst>
            <pc:docMk/>
            <pc:sldMk cId="1851223333" sldId="260"/>
            <ac:spMk id="16" creationId="{FEA5AA84-5AA2-17C5-A900-CA4A78D83920}"/>
          </ac:spMkLst>
        </pc:spChg>
        <pc:spChg chg="add del">
          <ac:chgData name="Matthew James" userId="f666f108-8a0f-4162-87e7-039355b66eb3" providerId="ADAL" clId="{F17EDF52-FEA5-4BF9-B7B9-16197F2C5FF2}" dt="2023-03-14T10:55:26.043" v="45" actId="478"/>
          <ac:spMkLst>
            <pc:docMk/>
            <pc:sldMk cId="1851223333" sldId="260"/>
            <ac:spMk id="17" creationId="{5CE6C04A-C1E6-96AA-CF3D-13CDA2715B2F}"/>
          </ac:spMkLst>
        </pc:spChg>
        <pc:spChg chg="add del">
          <ac:chgData name="Matthew James" userId="f666f108-8a0f-4162-87e7-039355b66eb3" providerId="ADAL" clId="{F17EDF52-FEA5-4BF9-B7B9-16197F2C5FF2}" dt="2023-03-14T10:55:26.043" v="45" actId="478"/>
          <ac:spMkLst>
            <pc:docMk/>
            <pc:sldMk cId="1851223333" sldId="260"/>
            <ac:spMk id="35" creationId="{79880F51-A364-3055-A860-20A9E80B5B88}"/>
          </ac:spMkLst>
        </pc:spChg>
        <pc:spChg chg="add del">
          <ac:chgData name="Matthew James" userId="f666f108-8a0f-4162-87e7-039355b66eb3" providerId="ADAL" clId="{F17EDF52-FEA5-4BF9-B7B9-16197F2C5FF2}" dt="2023-03-14T10:55:26.043" v="45" actId="478"/>
          <ac:spMkLst>
            <pc:docMk/>
            <pc:sldMk cId="1851223333" sldId="260"/>
            <ac:spMk id="36" creationId="{33E4469C-B1CA-0A45-5726-0F9688E268C5}"/>
          </ac:spMkLst>
        </pc:spChg>
        <pc:spChg chg="add del">
          <ac:chgData name="Matthew James" userId="f666f108-8a0f-4162-87e7-039355b66eb3" providerId="ADAL" clId="{F17EDF52-FEA5-4BF9-B7B9-16197F2C5FF2}" dt="2023-03-14T10:55:26.043" v="45" actId="478"/>
          <ac:spMkLst>
            <pc:docMk/>
            <pc:sldMk cId="1851223333" sldId="260"/>
            <ac:spMk id="37" creationId="{38DFB40B-323C-6AEC-E51E-18EC382C031B}"/>
          </ac:spMkLst>
        </pc:spChg>
        <pc:spChg chg="add del">
          <ac:chgData name="Matthew James" userId="f666f108-8a0f-4162-87e7-039355b66eb3" providerId="ADAL" clId="{F17EDF52-FEA5-4BF9-B7B9-16197F2C5FF2}" dt="2023-03-14T10:55:26.043" v="45" actId="478"/>
          <ac:spMkLst>
            <pc:docMk/>
            <pc:sldMk cId="1851223333" sldId="260"/>
            <ac:spMk id="38" creationId="{C79C4652-C624-A089-A008-E37304CFDA24}"/>
          </ac:spMkLst>
        </pc:spChg>
        <pc:spChg chg="add del">
          <ac:chgData name="Matthew James" userId="f666f108-8a0f-4162-87e7-039355b66eb3" providerId="ADAL" clId="{F17EDF52-FEA5-4BF9-B7B9-16197F2C5FF2}" dt="2023-03-14T10:55:26.043" v="45" actId="478"/>
          <ac:spMkLst>
            <pc:docMk/>
            <pc:sldMk cId="1851223333" sldId="260"/>
            <ac:spMk id="2073" creationId="{85C4ECCD-C412-388E-03EC-1BFEFA161B41}"/>
          </ac:spMkLst>
        </pc:spChg>
        <pc:spChg chg="add del">
          <ac:chgData name="Matthew James" userId="f666f108-8a0f-4162-87e7-039355b66eb3" providerId="ADAL" clId="{F17EDF52-FEA5-4BF9-B7B9-16197F2C5FF2}" dt="2023-03-14T10:55:26.043" v="45" actId="478"/>
          <ac:spMkLst>
            <pc:docMk/>
            <pc:sldMk cId="1851223333" sldId="260"/>
            <ac:spMk id="2074" creationId="{5A29E713-741B-9C27-854D-6A96F525FFD1}"/>
          </ac:spMkLst>
        </pc:spChg>
        <pc:spChg chg="add del">
          <ac:chgData name="Matthew James" userId="f666f108-8a0f-4162-87e7-039355b66eb3" providerId="ADAL" clId="{F17EDF52-FEA5-4BF9-B7B9-16197F2C5FF2}" dt="2023-03-14T10:55:26.043" v="45" actId="478"/>
          <ac:spMkLst>
            <pc:docMk/>
            <pc:sldMk cId="1851223333" sldId="260"/>
            <ac:spMk id="2075" creationId="{93FBAD8D-2DCE-C164-F538-F2D9F991057C}"/>
          </ac:spMkLst>
        </pc:spChg>
        <pc:spChg chg="add del mod">
          <ac:chgData name="Matthew James" userId="f666f108-8a0f-4162-87e7-039355b66eb3" providerId="ADAL" clId="{F17EDF52-FEA5-4BF9-B7B9-16197F2C5FF2}" dt="2023-03-14T10:55:26.043" v="45" actId="478"/>
          <ac:spMkLst>
            <pc:docMk/>
            <pc:sldMk cId="1851223333" sldId="260"/>
            <ac:spMk id="2076" creationId="{3668E34E-9E56-22EE-26CB-EA8463FFFD2F}"/>
          </ac:spMkLst>
        </pc:spChg>
        <pc:spChg chg="add del mod">
          <ac:chgData name="Matthew James" userId="f666f108-8a0f-4162-87e7-039355b66eb3" providerId="ADAL" clId="{F17EDF52-FEA5-4BF9-B7B9-16197F2C5FF2}" dt="2023-03-14T10:55:26.043" v="45" actId="478"/>
          <ac:spMkLst>
            <pc:docMk/>
            <pc:sldMk cId="1851223333" sldId="260"/>
            <ac:spMk id="2077" creationId="{6CECF2CE-D463-B1CF-6CE6-311B8193092C}"/>
          </ac:spMkLst>
        </pc:spChg>
        <pc:spChg chg="add del">
          <ac:chgData name="Matthew James" userId="f666f108-8a0f-4162-87e7-039355b66eb3" providerId="ADAL" clId="{F17EDF52-FEA5-4BF9-B7B9-16197F2C5FF2}" dt="2023-03-14T10:55:26.043" v="45" actId="478"/>
          <ac:spMkLst>
            <pc:docMk/>
            <pc:sldMk cId="1851223333" sldId="260"/>
            <ac:spMk id="2078" creationId="{8A5A1F66-E35E-C607-F19B-8D5AAFD89DD4}"/>
          </ac:spMkLst>
        </pc:spChg>
        <pc:spChg chg="add del">
          <ac:chgData name="Matthew James" userId="f666f108-8a0f-4162-87e7-039355b66eb3" providerId="ADAL" clId="{F17EDF52-FEA5-4BF9-B7B9-16197F2C5FF2}" dt="2023-03-14T10:55:26.043" v="45" actId="478"/>
          <ac:spMkLst>
            <pc:docMk/>
            <pc:sldMk cId="1851223333" sldId="260"/>
            <ac:spMk id="2079" creationId="{11B8C66C-6DF8-0C55-CF5D-5114D6AF3DF5}"/>
          </ac:spMkLst>
        </pc:spChg>
        <pc:spChg chg="add del">
          <ac:chgData name="Matthew James" userId="f666f108-8a0f-4162-87e7-039355b66eb3" providerId="ADAL" clId="{F17EDF52-FEA5-4BF9-B7B9-16197F2C5FF2}" dt="2023-03-14T10:55:26.043" v="45" actId="478"/>
          <ac:spMkLst>
            <pc:docMk/>
            <pc:sldMk cId="1851223333" sldId="260"/>
            <ac:spMk id="2080" creationId="{25CF78CE-F51A-D4F4-F093-657FBBD40DB3}"/>
          </ac:spMkLst>
        </pc:spChg>
        <pc:spChg chg="add del">
          <ac:chgData name="Matthew James" userId="f666f108-8a0f-4162-87e7-039355b66eb3" providerId="ADAL" clId="{F17EDF52-FEA5-4BF9-B7B9-16197F2C5FF2}" dt="2023-03-14T10:55:26.043" v="45" actId="478"/>
          <ac:spMkLst>
            <pc:docMk/>
            <pc:sldMk cId="1851223333" sldId="260"/>
            <ac:spMk id="2081" creationId="{DAE176B9-316F-A3A6-5144-58F6C6B33DB1}"/>
          </ac:spMkLst>
        </pc:spChg>
        <pc:spChg chg="add del">
          <ac:chgData name="Matthew James" userId="f666f108-8a0f-4162-87e7-039355b66eb3" providerId="ADAL" clId="{F17EDF52-FEA5-4BF9-B7B9-16197F2C5FF2}" dt="2023-03-14T10:55:26.043" v="45" actId="478"/>
          <ac:spMkLst>
            <pc:docMk/>
            <pc:sldMk cId="1851223333" sldId="260"/>
            <ac:spMk id="2082" creationId="{7453B24C-83C3-A859-050E-ACC2E452E4A8}"/>
          </ac:spMkLst>
        </pc:spChg>
        <pc:spChg chg="del">
          <ac:chgData name="Matthew James" userId="f666f108-8a0f-4162-87e7-039355b66eb3" providerId="ADAL" clId="{F17EDF52-FEA5-4BF9-B7B9-16197F2C5FF2}" dt="2023-03-14T10:53:13.884" v="10" actId="478"/>
          <ac:spMkLst>
            <pc:docMk/>
            <pc:sldMk cId="1851223333" sldId="260"/>
            <ac:spMk id="2083" creationId="{6C57E32E-95D9-70E0-2DD2-3D477C342154}"/>
          </ac:spMkLst>
        </pc:spChg>
        <pc:picChg chg="add del">
          <ac:chgData name="Matthew James" userId="f666f108-8a0f-4162-87e7-039355b66eb3" providerId="ADAL" clId="{F17EDF52-FEA5-4BF9-B7B9-16197F2C5FF2}" dt="2023-03-14T10:55:26.043" v="45" actId="478"/>
          <ac:picMkLst>
            <pc:docMk/>
            <pc:sldMk cId="1851223333" sldId="260"/>
            <ac:picMk id="3" creationId="{DB666918-6633-009D-4DAF-480F27039C2D}"/>
          </ac:picMkLst>
        </pc:picChg>
        <pc:picChg chg="add del">
          <ac:chgData name="Matthew James" userId="f666f108-8a0f-4162-87e7-039355b66eb3" providerId="ADAL" clId="{F17EDF52-FEA5-4BF9-B7B9-16197F2C5FF2}" dt="2023-03-14T10:55:26.043" v="45" actId="478"/>
          <ac:picMkLst>
            <pc:docMk/>
            <pc:sldMk cId="1851223333" sldId="260"/>
            <ac:picMk id="4" creationId="{AD8C372E-EE9A-E1E8-7981-1F875B9448C8}"/>
          </ac:picMkLst>
        </pc:picChg>
        <pc:picChg chg="add del">
          <ac:chgData name="Matthew James" userId="f666f108-8a0f-4162-87e7-039355b66eb3" providerId="ADAL" clId="{F17EDF52-FEA5-4BF9-B7B9-16197F2C5FF2}" dt="2023-03-14T10:55:26.043" v="45" actId="478"/>
          <ac:picMkLst>
            <pc:docMk/>
            <pc:sldMk cId="1851223333" sldId="260"/>
            <ac:picMk id="5" creationId="{E99E5EAF-4270-B109-F84C-EAD84C247EF9}"/>
          </ac:picMkLst>
        </pc:picChg>
        <pc:picChg chg="add del">
          <ac:chgData name="Matthew James" userId="f666f108-8a0f-4162-87e7-039355b66eb3" providerId="ADAL" clId="{F17EDF52-FEA5-4BF9-B7B9-16197F2C5FF2}" dt="2023-03-14T10:55:26.043" v="45" actId="478"/>
          <ac:picMkLst>
            <pc:docMk/>
            <pc:sldMk cId="1851223333" sldId="260"/>
            <ac:picMk id="6" creationId="{0A6789BA-9E6C-A7DB-D6D3-145EA037F6D7}"/>
          </ac:picMkLst>
        </pc:picChg>
        <pc:picChg chg="add del">
          <ac:chgData name="Matthew James" userId="f666f108-8a0f-4162-87e7-039355b66eb3" providerId="ADAL" clId="{F17EDF52-FEA5-4BF9-B7B9-16197F2C5FF2}" dt="2023-03-14T10:55:26.043" v="45" actId="478"/>
          <ac:picMkLst>
            <pc:docMk/>
            <pc:sldMk cId="1851223333" sldId="260"/>
            <ac:picMk id="7" creationId="{83A9B67D-C35F-F721-59D5-9963F2CC57CE}"/>
          </ac:picMkLst>
        </pc:picChg>
        <pc:picChg chg="add del">
          <ac:chgData name="Matthew James" userId="f666f108-8a0f-4162-87e7-039355b66eb3" providerId="ADAL" clId="{F17EDF52-FEA5-4BF9-B7B9-16197F2C5FF2}" dt="2023-03-14T10:55:26.043" v="45" actId="478"/>
          <ac:picMkLst>
            <pc:docMk/>
            <pc:sldMk cId="1851223333" sldId="260"/>
            <ac:picMk id="9" creationId="{8D6DBBDE-A96D-D541-4DC5-AA4381785558}"/>
          </ac:picMkLst>
        </pc:picChg>
        <pc:picChg chg="add del mod">
          <ac:chgData name="Matthew James" userId="f666f108-8a0f-4162-87e7-039355b66eb3" providerId="ADAL" clId="{F17EDF52-FEA5-4BF9-B7B9-16197F2C5FF2}" dt="2023-03-14T10:53:34.546" v="13" actId="478"/>
          <ac:picMkLst>
            <pc:docMk/>
            <pc:sldMk cId="1851223333" sldId="260"/>
            <ac:picMk id="12" creationId="{56EE8BB0-A713-EC04-71F5-774BF5D4EB48}"/>
          </ac:picMkLst>
        </pc:picChg>
        <pc:picChg chg="add del">
          <ac:chgData name="Matthew James" userId="f666f108-8a0f-4162-87e7-039355b66eb3" providerId="ADAL" clId="{F17EDF52-FEA5-4BF9-B7B9-16197F2C5FF2}" dt="2023-03-14T10:55:26.043" v="45" actId="478"/>
          <ac:picMkLst>
            <pc:docMk/>
            <pc:sldMk cId="1851223333" sldId="260"/>
            <ac:picMk id="20" creationId="{B4FD056C-A6CF-A3D9-D685-FA56FA307017}"/>
          </ac:picMkLst>
        </pc:picChg>
        <pc:picChg chg="add del">
          <ac:chgData name="Matthew James" userId="f666f108-8a0f-4162-87e7-039355b66eb3" providerId="ADAL" clId="{F17EDF52-FEA5-4BF9-B7B9-16197F2C5FF2}" dt="2023-03-14T10:55:26.043" v="45" actId="478"/>
          <ac:picMkLst>
            <pc:docMk/>
            <pc:sldMk cId="1851223333" sldId="260"/>
            <ac:picMk id="21" creationId="{08079BDF-EDFA-526E-A6C7-E2C0FC5FB781}"/>
          </ac:picMkLst>
        </pc:picChg>
        <pc:picChg chg="add del">
          <ac:chgData name="Matthew James" userId="f666f108-8a0f-4162-87e7-039355b66eb3" providerId="ADAL" clId="{F17EDF52-FEA5-4BF9-B7B9-16197F2C5FF2}" dt="2023-03-14T10:55:26.043" v="45" actId="478"/>
          <ac:picMkLst>
            <pc:docMk/>
            <pc:sldMk cId="1851223333" sldId="260"/>
            <ac:picMk id="22" creationId="{E22090D7-2A89-5354-0178-02CE506F19EE}"/>
          </ac:picMkLst>
        </pc:picChg>
        <pc:picChg chg="add del">
          <ac:chgData name="Matthew James" userId="f666f108-8a0f-4162-87e7-039355b66eb3" providerId="ADAL" clId="{F17EDF52-FEA5-4BF9-B7B9-16197F2C5FF2}" dt="2023-03-14T10:55:26.043" v="45" actId="478"/>
          <ac:picMkLst>
            <pc:docMk/>
            <pc:sldMk cId="1851223333" sldId="260"/>
            <ac:picMk id="23" creationId="{25618DBE-B9D6-59B7-E3FC-B708C4135816}"/>
          </ac:picMkLst>
        </pc:picChg>
        <pc:picChg chg="add del">
          <ac:chgData name="Matthew James" userId="f666f108-8a0f-4162-87e7-039355b66eb3" providerId="ADAL" clId="{F17EDF52-FEA5-4BF9-B7B9-16197F2C5FF2}" dt="2023-03-14T10:55:26.043" v="45" actId="478"/>
          <ac:picMkLst>
            <pc:docMk/>
            <pc:sldMk cId="1851223333" sldId="260"/>
            <ac:picMk id="24" creationId="{3A2D918D-C31D-942F-80C4-057906DC24BF}"/>
          </ac:picMkLst>
        </pc:picChg>
        <pc:picChg chg="add del">
          <ac:chgData name="Matthew James" userId="f666f108-8a0f-4162-87e7-039355b66eb3" providerId="ADAL" clId="{F17EDF52-FEA5-4BF9-B7B9-16197F2C5FF2}" dt="2023-03-14T10:55:26.043" v="45" actId="478"/>
          <ac:picMkLst>
            <pc:docMk/>
            <pc:sldMk cId="1851223333" sldId="260"/>
            <ac:picMk id="25" creationId="{EBB03EC5-F469-FF50-D451-F07C603678F2}"/>
          </ac:picMkLst>
        </pc:picChg>
        <pc:picChg chg="add del">
          <ac:chgData name="Matthew James" userId="f666f108-8a0f-4162-87e7-039355b66eb3" providerId="ADAL" clId="{F17EDF52-FEA5-4BF9-B7B9-16197F2C5FF2}" dt="2023-03-14T10:55:26.043" v="45" actId="478"/>
          <ac:picMkLst>
            <pc:docMk/>
            <pc:sldMk cId="1851223333" sldId="260"/>
            <ac:picMk id="41" creationId="{B445DBCD-0368-0F28-8150-7070F94A7231}"/>
          </ac:picMkLst>
        </pc:picChg>
        <pc:picChg chg="add del">
          <ac:chgData name="Matthew James" userId="f666f108-8a0f-4162-87e7-039355b66eb3" providerId="ADAL" clId="{F17EDF52-FEA5-4BF9-B7B9-16197F2C5FF2}" dt="2023-03-14T10:55:26.043" v="45" actId="478"/>
          <ac:picMkLst>
            <pc:docMk/>
            <pc:sldMk cId="1851223333" sldId="260"/>
            <ac:picMk id="42" creationId="{52C2BD51-B999-BC23-2440-CD3D7E1D3DD8}"/>
          </ac:picMkLst>
        </pc:picChg>
        <pc:picChg chg="del">
          <ac:chgData name="Matthew James" userId="f666f108-8a0f-4162-87e7-039355b66eb3" providerId="ADAL" clId="{F17EDF52-FEA5-4BF9-B7B9-16197F2C5FF2}" dt="2023-03-14T10:55:16.641" v="43" actId="478"/>
          <ac:picMkLst>
            <pc:docMk/>
            <pc:sldMk cId="1851223333" sldId="260"/>
            <ac:picMk id="50" creationId="{00FFA32F-0A84-1483-29F2-7874DEC1CC0D}"/>
          </ac:picMkLst>
        </pc:picChg>
        <pc:picChg chg="add del">
          <ac:chgData name="Matthew James" userId="f666f108-8a0f-4162-87e7-039355b66eb3" providerId="ADAL" clId="{F17EDF52-FEA5-4BF9-B7B9-16197F2C5FF2}" dt="2023-03-14T10:55:26.043" v="45" actId="478"/>
          <ac:picMkLst>
            <pc:docMk/>
            <pc:sldMk cId="1851223333" sldId="260"/>
            <ac:picMk id="51" creationId="{BC05AB5F-4252-DB66-65D9-DC07DD40CF16}"/>
          </ac:picMkLst>
        </pc:picChg>
        <pc:picChg chg="add del mod">
          <ac:chgData name="Matthew James" userId="f666f108-8a0f-4162-87e7-039355b66eb3" providerId="ADAL" clId="{F17EDF52-FEA5-4BF9-B7B9-16197F2C5FF2}" dt="2023-03-14T10:55:26.043" v="45" actId="478"/>
          <ac:picMkLst>
            <pc:docMk/>
            <pc:sldMk cId="1851223333" sldId="260"/>
            <ac:picMk id="52" creationId="{2D7DA7F7-1045-741C-6020-BFEF7A7F5664}"/>
          </ac:picMkLst>
        </pc:picChg>
        <pc:picChg chg="del">
          <ac:chgData name="Matthew James" userId="f666f108-8a0f-4162-87e7-039355b66eb3" providerId="ADAL" clId="{F17EDF52-FEA5-4BF9-B7B9-16197F2C5FF2}" dt="2023-03-14T10:55:16.641" v="43" actId="478"/>
          <ac:picMkLst>
            <pc:docMk/>
            <pc:sldMk cId="1851223333" sldId="260"/>
            <ac:picMk id="53" creationId="{9AF1A3F9-75E8-ED5F-5B40-977C419F581B}"/>
          </ac:picMkLst>
        </pc:picChg>
        <pc:picChg chg="del">
          <ac:chgData name="Matthew James" userId="f666f108-8a0f-4162-87e7-039355b66eb3" providerId="ADAL" clId="{F17EDF52-FEA5-4BF9-B7B9-16197F2C5FF2}" dt="2023-03-14T10:55:16.641" v="43" actId="478"/>
          <ac:picMkLst>
            <pc:docMk/>
            <pc:sldMk cId="1851223333" sldId="260"/>
            <ac:picMk id="54" creationId="{0E478BCE-58ED-3483-998A-159203DA766B}"/>
          </ac:picMkLst>
        </pc:picChg>
        <pc:picChg chg="del">
          <ac:chgData name="Matthew James" userId="f666f108-8a0f-4162-87e7-039355b66eb3" providerId="ADAL" clId="{F17EDF52-FEA5-4BF9-B7B9-16197F2C5FF2}" dt="2023-03-14T10:55:16.641" v="43" actId="478"/>
          <ac:picMkLst>
            <pc:docMk/>
            <pc:sldMk cId="1851223333" sldId="260"/>
            <ac:picMk id="55" creationId="{4C9FE3CF-3045-E208-D6D3-B5A0E84DD2C8}"/>
          </ac:picMkLst>
        </pc:picChg>
        <pc:picChg chg="add del">
          <ac:chgData name="Matthew James" userId="f666f108-8a0f-4162-87e7-039355b66eb3" providerId="ADAL" clId="{F17EDF52-FEA5-4BF9-B7B9-16197F2C5FF2}" dt="2023-03-14T10:55:26.043" v="45" actId="478"/>
          <ac:picMkLst>
            <pc:docMk/>
            <pc:sldMk cId="1851223333" sldId="260"/>
            <ac:picMk id="56" creationId="{48549411-9955-8687-A1A5-11BA43A83EF2}"/>
          </ac:picMkLst>
        </pc:picChg>
        <pc:picChg chg="add del mod">
          <ac:chgData name="Matthew James" userId="f666f108-8a0f-4162-87e7-039355b66eb3" providerId="ADAL" clId="{F17EDF52-FEA5-4BF9-B7B9-16197F2C5FF2}" dt="2023-03-14T10:55:26.043" v="45" actId="478"/>
          <ac:picMkLst>
            <pc:docMk/>
            <pc:sldMk cId="1851223333" sldId="260"/>
            <ac:picMk id="57" creationId="{8212575A-8F3C-91EC-DE12-DD01E09CF2C2}"/>
          </ac:picMkLst>
        </pc:picChg>
        <pc:picChg chg="add del mod">
          <ac:chgData name="Matthew James" userId="f666f108-8a0f-4162-87e7-039355b66eb3" providerId="ADAL" clId="{F17EDF52-FEA5-4BF9-B7B9-16197F2C5FF2}" dt="2023-03-14T10:55:26.043" v="45" actId="478"/>
          <ac:picMkLst>
            <pc:docMk/>
            <pc:sldMk cId="1851223333" sldId="260"/>
            <ac:picMk id="58" creationId="{DF9406BE-CBCA-A72B-DA92-C74ADF75469A}"/>
          </ac:picMkLst>
        </pc:picChg>
        <pc:picChg chg="add del mod">
          <ac:chgData name="Matthew James" userId="f666f108-8a0f-4162-87e7-039355b66eb3" providerId="ADAL" clId="{F17EDF52-FEA5-4BF9-B7B9-16197F2C5FF2}" dt="2023-03-14T10:55:26.043" v="45" actId="478"/>
          <ac:picMkLst>
            <pc:docMk/>
            <pc:sldMk cId="1851223333" sldId="260"/>
            <ac:picMk id="59" creationId="{9997EBDC-CE04-C0B4-654E-9E1EBDD09E2D}"/>
          </ac:picMkLst>
        </pc:picChg>
        <pc:picChg chg="add del">
          <ac:chgData name="Matthew James" userId="f666f108-8a0f-4162-87e7-039355b66eb3" providerId="ADAL" clId="{F17EDF52-FEA5-4BF9-B7B9-16197F2C5FF2}" dt="2023-03-14T10:55:26.043" v="45" actId="478"/>
          <ac:picMkLst>
            <pc:docMk/>
            <pc:sldMk cId="1851223333" sldId="260"/>
            <ac:picMk id="60" creationId="{4220DE33-2CA6-00B8-BA6C-4E58D76BD1C6}"/>
          </ac:picMkLst>
        </pc:picChg>
        <pc:picChg chg="add del">
          <ac:chgData name="Matthew James" userId="f666f108-8a0f-4162-87e7-039355b66eb3" providerId="ADAL" clId="{F17EDF52-FEA5-4BF9-B7B9-16197F2C5FF2}" dt="2023-03-14T10:55:26.043" v="45" actId="478"/>
          <ac:picMkLst>
            <pc:docMk/>
            <pc:sldMk cId="1851223333" sldId="260"/>
            <ac:picMk id="61" creationId="{6A955FA1-0814-D436-E05D-464825359E4A}"/>
          </ac:picMkLst>
        </pc:picChg>
        <pc:picChg chg="add del">
          <ac:chgData name="Matthew James" userId="f666f108-8a0f-4162-87e7-039355b66eb3" providerId="ADAL" clId="{F17EDF52-FEA5-4BF9-B7B9-16197F2C5FF2}" dt="2023-03-14T10:55:26.043" v="45" actId="478"/>
          <ac:picMkLst>
            <pc:docMk/>
            <pc:sldMk cId="1851223333" sldId="260"/>
            <ac:picMk id="2049" creationId="{B4C7C7BF-65FD-51C9-658B-991FE99E791B}"/>
          </ac:picMkLst>
        </pc:picChg>
        <pc:picChg chg="add del">
          <ac:chgData name="Matthew James" userId="f666f108-8a0f-4162-87e7-039355b66eb3" providerId="ADAL" clId="{F17EDF52-FEA5-4BF9-B7B9-16197F2C5FF2}" dt="2023-03-14T10:55:26.043" v="45" actId="478"/>
          <ac:picMkLst>
            <pc:docMk/>
            <pc:sldMk cId="1851223333" sldId="260"/>
            <ac:picMk id="2052" creationId="{089BCFAC-F272-CD7C-17C3-78211F949A55}"/>
          </ac:picMkLst>
        </pc:picChg>
        <pc:picChg chg="add del">
          <ac:chgData name="Matthew James" userId="f666f108-8a0f-4162-87e7-039355b66eb3" providerId="ADAL" clId="{F17EDF52-FEA5-4BF9-B7B9-16197F2C5FF2}" dt="2023-03-14T10:55:26.043" v="45" actId="478"/>
          <ac:picMkLst>
            <pc:docMk/>
            <pc:sldMk cId="1851223333" sldId="260"/>
            <ac:picMk id="2055" creationId="{CB795E0E-7FE6-FAFC-A94C-2CDCBAB65BD6}"/>
          </ac:picMkLst>
        </pc:picChg>
        <pc:picChg chg="del">
          <ac:chgData name="Matthew James" userId="f666f108-8a0f-4162-87e7-039355b66eb3" providerId="ADAL" clId="{F17EDF52-FEA5-4BF9-B7B9-16197F2C5FF2}" dt="2023-03-14T10:53:38.720" v="14" actId="478"/>
          <ac:picMkLst>
            <pc:docMk/>
            <pc:sldMk cId="1851223333" sldId="260"/>
            <ac:picMk id="2057" creationId="{62538B68-5A7E-9996-AE78-FEB529AA86D9}"/>
          </ac:picMkLst>
        </pc:picChg>
        <pc:picChg chg="add del">
          <ac:chgData name="Matthew James" userId="f666f108-8a0f-4162-87e7-039355b66eb3" providerId="ADAL" clId="{F17EDF52-FEA5-4BF9-B7B9-16197F2C5FF2}" dt="2023-03-14T10:55:26.043" v="45" actId="478"/>
          <ac:picMkLst>
            <pc:docMk/>
            <pc:sldMk cId="1851223333" sldId="260"/>
            <ac:picMk id="2060" creationId="{3D03B80E-E659-3553-0885-6B99B8D8814D}"/>
          </ac:picMkLst>
        </pc:picChg>
        <pc:picChg chg="add del">
          <ac:chgData name="Matthew James" userId="f666f108-8a0f-4162-87e7-039355b66eb3" providerId="ADAL" clId="{F17EDF52-FEA5-4BF9-B7B9-16197F2C5FF2}" dt="2023-03-14T10:55:26.043" v="45" actId="478"/>
          <ac:picMkLst>
            <pc:docMk/>
            <pc:sldMk cId="1851223333" sldId="260"/>
            <ac:picMk id="2061" creationId="{990F3B9D-41B0-58EB-C8B0-CC99D80E0FDA}"/>
          </ac:picMkLst>
        </pc:picChg>
        <pc:picChg chg="del">
          <ac:chgData name="Matthew James" userId="f666f108-8a0f-4162-87e7-039355b66eb3" providerId="ADAL" clId="{F17EDF52-FEA5-4BF9-B7B9-16197F2C5FF2}" dt="2023-03-14T10:53:13.884" v="10" actId="478"/>
          <ac:picMkLst>
            <pc:docMk/>
            <pc:sldMk cId="1851223333" sldId="260"/>
            <ac:picMk id="2062" creationId="{15F75A7C-F152-5BFD-5882-22699EB647EB}"/>
          </ac:picMkLst>
        </pc:picChg>
        <pc:picChg chg="add del">
          <ac:chgData name="Matthew James" userId="f666f108-8a0f-4162-87e7-039355b66eb3" providerId="ADAL" clId="{F17EDF52-FEA5-4BF9-B7B9-16197F2C5FF2}" dt="2023-03-14T10:55:26.043" v="45" actId="478"/>
          <ac:picMkLst>
            <pc:docMk/>
            <pc:sldMk cId="1851223333" sldId="260"/>
            <ac:picMk id="2063" creationId="{11A77F6D-1D35-DC8E-2573-E13DCE0B91CB}"/>
          </ac:picMkLst>
        </pc:picChg>
        <pc:picChg chg="del">
          <ac:chgData name="Matthew James" userId="f666f108-8a0f-4162-87e7-039355b66eb3" providerId="ADAL" clId="{F17EDF52-FEA5-4BF9-B7B9-16197F2C5FF2}" dt="2023-03-14T10:53:13.884" v="10" actId="478"/>
          <ac:picMkLst>
            <pc:docMk/>
            <pc:sldMk cId="1851223333" sldId="260"/>
            <ac:picMk id="2064" creationId="{53226222-301D-1B9A-9107-50AA4C06F2A8}"/>
          </ac:picMkLst>
        </pc:picChg>
        <pc:picChg chg="del">
          <ac:chgData name="Matthew James" userId="f666f108-8a0f-4162-87e7-039355b66eb3" providerId="ADAL" clId="{F17EDF52-FEA5-4BF9-B7B9-16197F2C5FF2}" dt="2023-03-14T10:53:13.884" v="10" actId="478"/>
          <ac:picMkLst>
            <pc:docMk/>
            <pc:sldMk cId="1851223333" sldId="260"/>
            <ac:picMk id="2065" creationId="{0611B79C-21C5-78E9-FBDC-095F68F2709A}"/>
          </ac:picMkLst>
        </pc:picChg>
        <pc:picChg chg="del">
          <ac:chgData name="Matthew James" userId="f666f108-8a0f-4162-87e7-039355b66eb3" providerId="ADAL" clId="{F17EDF52-FEA5-4BF9-B7B9-16197F2C5FF2}" dt="2023-03-14T10:53:13.884" v="10" actId="478"/>
          <ac:picMkLst>
            <pc:docMk/>
            <pc:sldMk cId="1851223333" sldId="260"/>
            <ac:picMk id="2066" creationId="{CD9E021B-D481-46BD-BBD5-46BE9E36FFCD}"/>
          </ac:picMkLst>
        </pc:picChg>
        <pc:picChg chg="del">
          <ac:chgData name="Matthew James" userId="f666f108-8a0f-4162-87e7-039355b66eb3" providerId="ADAL" clId="{F17EDF52-FEA5-4BF9-B7B9-16197F2C5FF2}" dt="2023-03-14T10:55:16.641" v="43" actId="478"/>
          <ac:picMkLst>
            <pc:docMk/>
            <pc:sldMk cId="1851223333" sldId="260"/>
            <ac:picMk id="2084" creationId="{896D75E8-6478-F239-D769-BBC06AE86191}"/>
          </ac:picMkLst>
        </pc:picChg>
        <pc:picChg chg="add del">
          <ac:chgData name="Matthew James" userId="f666f108-8a0f-4162-87e7-039355b66eb3" providerId="ADAL" clId="{F17EDF52-FEA5-4BF9-B7B9-16197F2C5FF2}" dt="2023-03-14T10:55:26.043" v="45" actId="478"/>
          <ac:picMkLst>
            <pc:docMk/>
            <pc:sldMk cId="1851223333" sldId="260"/>
            <ac:picMk id="2085" creationId="{9E5546B7-CF8D-C2AD-42B7-8AB5C3855191}"/>
          </ac:picMkLst>
        </pc:picChg>
        <pc:picChg chg="add del">
          <ac:chgData name="Matthew James" userId="f666f108-8a0f-4162-87e7-039355b66eb3" providerId="ADAL" clId="{F17EDF52-FEA5-4BF9-B7B9-16197F2C5FF2}" dt="2023-03-14T10:55:26.043" v="45" actId="478"/>
          <ac:picMkLst>
            <pc:docMk/>
            <pc:sldMk cId="1851223333" sldId="260"/>
            <ac:picMk id="2086" creationId="{5F219105-44DE-7E6D-2A26-ECA69F842280}"/>
          </ac:picMkLst>
        </pc:picChg>
        <pc:picChg chg="add del">
          <ac:chgData name="Matthew James" userId="f666f108-8a0f-4162-87e7-039355b66eb3" providerId="ADAL" clId="{F17EDF52-FEA5-4BF9-B7B9-16197F2C5FF2}" dt="2023-03-14T10:55:26.043" v="45" actId="478"/>
          <ac:picMkLst>
            <pc:docMk/>
            <pc:sldMk cId="1851223333" sldId="260"/>
            <ac:picMk id="2087" creationId="{62374484-56B2-68C1-F588-916BB0A652CA}"/>
          </ac:picMkLst>
        </pc:picChg>
        <pc:picChg chg="add del">
          <ac:chgData name="Matthew James" userId="f666f108-8a0f-4162-87e7-039355b66eb3" providerId="ADAL" clId="{F17EDF52-FEA5-4BF9-B7B9-16197F2C5FF2}" dt="2023-03-14T10:55:26.043" v="45" actId="478"/>
          <ac:picMkLst>
            <pc:docMk/>
            <pc:sldMk cId="1851223333" sldId="260"/>
            <ac:picMk id="2088" creationId="{5718CE55-2D6C-E32D-061F-D1A5E58CFE77}"/>
          </ac:picMkLst>
        </pc:picChg>
        <pc:picChg chg="del">
          <ac:chgData name="Matthew James" userId="f666f108-8a0f-4162-87e7-039355b66eb3" providerId="ADAL" clId="{F17EDF52-FEA5-4BF9-B7B9-16197F2C5FF2}" dt="2023-03-14T10:55:16.641" v="43" actId="478"/>
          <ac:picMkLst>
            <pc:docMk/>
            <pc:sldMk cId="1851223333" sldId="260"/>
            <ac:picMk id="2089" creationId="{EF782ED5-1C86-CFAD-CC73-3A034A778278}"/>
          </ac:picMkLst>
        </pc:picChg>
        <pc:picChg chg="del">
          <ac:chgData name="Matthew James" userId="f666f108-8a0f-4162-87e7-039355b66eb3" providerId="ADAL" clId="{F17EDF52-FEA5-4BF9-B7B9-16197F2C5FF2}" dt="2023-03-14T10:55:16.641" v="43" actId="478"/>
          <ac:picMkLst>
            <pc:docMk/>
            <pc:sldMk cId="1851223333" sldId="260"/>
            <ac:picMk id="2090" creationId="{0F777A4D-11EA-4D16-8C4A-4D65E05BDC8C}"/>
          </ac:picMkLst>
        </pc:picChg>
        <pc:picChg chg="del">
          <ac:chgData name="Matthew James" userId="f666f108-8a0f-4162-87e7-039355b66eb3" providerId="ADAL" clId="{F17EDF52-FEA5-4BF9-B7B9-16197F2C5FF2}" dt="2023-03-14T10:55:16.641" v="43" actId="478"/>
          <ac:picMkLst>
            <pc:docMk/>
            <pc:sldMk cId="1851223333" sldId="260"/>
            <ac:picMk id="2091" creationId="{09827C2B-4917-9037-10DC-0D17938178D4}"/>
          </ac:picMkLst>
        </pc:picChg>
        <pc:picChg chg="del">
          <ac:chgData name="Matthew James" userId="f666f108-8a0f-4162-87e7-039355b66eb3" providerId="ADAL" clId="{F17EDF52-FEA5-4BF9-B7B9-16197F2C5FF2}" dt="2023-03-14T10:55:16.641" v="43" actId="478"/>
          <ac:picMkLst>
            <pc:docMk/>
            <pc:sldMk cId="1851223333" sldId="260"/>
            <ac:picMk id="2092" creationId="{7CF6D0FD-358F-EDA4-61FA-EE8C87AF5B2D}"/>
          </ac:picMkLst>
        </pc:picChg>
        <pc:cxnChg chg="add del">
          <ac:chgData name="Matthew James" userId="f666f108-8a0f-4162-87e7-039355b66eb3" providerId="ADAL" clId="{F17EDF52-FEA5-4BF9-B7B9-16197F2C5FF2}" dt="2023-03-14T10:55:26.043" v="45" actId="478"/>
          <ac:cxnSpMkLst>
            <pc:docMk/>
            <pc:sldMk cId="1851223333" sldId="260"/>
            <ac:cxnSpMk id="13" creationId="{AD232B52-D5EE-B753-A394-715DB506F592}"/>
          </ac:cxnSpMkLst>
        </pc:cxnChg>
        <pc:cxnChg chg="add del">
          <ac:chgData name="Matthew James" userId="f666f108-8a0f-4162-87e7-039355b66eb3" providerId="ADAL" clId="{F17EDF52-FEA5-4BF9-B7B9-16197F2C5FF2}" dt="2023-03-14T10:55:26.043" v="45" actId="478"/>
          <ac:cxnSpMkLst>
            <pc:docMk/>
            <pc:sldMk cId="1851223333" sldId="260"/>
            <ac:cxnSpMk id="14" creationId="{B52D1AC9-00C9-DD82-A357-8E41D60A4B3B}"/>
          </ac:cxnSpMkLst>
        </pc:cxnChg>
        <pc:cxnChg chg="add del">
          <ac:chgData name="Matthew James" userId="f666f108-8a0f-4162-87e7-039355b66eb3" providerId="ADAL" clId="{F17EDF52-FEA5-4BF9-B7B9-16197F2C5FF2}" dt="2023-03-14T10:55:26.043" v="45" actId="478"/>
          <ac:cxnSpMkLst>
            <pc:docMk/>
            <pc:sldMk cId="1851223333" sldId="260"/>
            <ac:cxnSpMk id="26" creationId="{8C38D3B8-435A-2712-D481-EBCD0E1FE313}"/>
          </ac:cxnSpMkLst>
        </pc:cxnChg>
        <pc:cxnChg chg="add del">
          <ac:chgData name="Matthew James" userId="f666f108-8a0f-4162-87e7-039355b66eb3" providerId="ADAL" clId="{F17EDF52-FEA5-4BF9-B7B9-16197F2C5FF2}" dt="2023-03-14T10:55:26.043" v="45" actId="478"/>
          <ac:cxnSpMkLst>
            <pc:docMk/>
            <pc:sldMk cId="1851223333" sldId="260"/>
            <ac:cxnSpMk id="27" creationId="{34D8B9A0-6FBA-8354-5A94-A8F3A0FB7658}"/>
          </ac:cxnSpMkLst>
        </pc:cxnChg>
        <pc:cxnChg chg="del">
          <ac:chgData name="Matthew James" userId="f666f108-8a0f-4162-87e7-039355b66eb3" providerId="ADAL" clId="{F17EDF52-FEA5-4BF9-B7B9-16197F2C5FF2}" dt="2023-03-14T10:53:13.884" v="10" actId="478"/>
          <ac:cxnSpMkLst>
            <pc:docMk/>
            <pc:sldMk cId="1851223333" sldId="260"/>
            <ac:cxnSpMk id="28" creationId="{6FF050CC-362F-FADC-BA99-71DCC6543122}"/>
          </ac:cxnSpMkLst>
        </pc:cxnChg>
        <pc:cxnChg chg="del">
          <ac:chgData name="Matthew James" userId="f666f108-8a0f-4162-87e7-039355b66eb3" providerId="ADAL" clId="{F17EDF52-FEA5-4BF9-B7B9-16197F2C5FF2}" dt="2023-03-14T10:53:13.884" v="10" actId="478"/>
          <ac:cxnSpMkLst>
            <pc:docMk/>
            <pc:sldMk cId="1851223333" sldId="260"/>
            <ac:cxnSpMk id="29" creationId="{83AD7303-3ABD-B83C-6D1C-6D30E13D791D}"/>
          </ac:cxnSpMkLst>
        </pc:cxnChg>
        <pc:cxnChg chg="del">
          <ac:chgData name="Matthew James" userId="f666f108-8a0f-4162-87e7-039355b66eb3" providerId="ADAL" clId="{F17EDF52-FEA5-4BF9-B7B9-16197F2C5FF2}" dt="2023-03-14T10:53:13.884" v="10" actId="478"/>
          <ac:cxnSpMkLst>
            <pc:docMk/>
            <pc:sldMk cId="1851223333" sldId="260"/>
            <ac:cxnSpMk id="30" creationId="{103C67AA-AC40-D003-623E-A8066CE5F877}"/>
          </ac:cxnSpMkLst>
        </pc:cxnChg>
        <pc:cxnChg chg="add del">
          <ac:chgData name="Matthew James" userId="f666f108-8a0f-4162-87e7-039355b66eb3" providerId="ADAL" clId="{F17EDF52-FEA5-4BF9-B7B9-16197F2C5FF2}" dt="2023-03-14T10:55:26.043" v="45" actId="478"/>
          <ac:cxnSpMkLst>
            <pc:docMk/>
            <pc:sldMk cId="1851223333" sldId="260"/>
            <ac:cxnSpMk id="31" creationId="{86EC6EFE-7F95-1A58-EBEF-C023B6E13D84}"/>
          </ac:cxnSpMkLst>
        </pc:cxnChg>
        <pc:cxnChg chg="add del">
          <ac:chgData name="Matthew James" userId="f666f108-8a0f-4162-87e7-039355b66eb3" providerId="ADAL" clId="{F17EDF52-FEA5-4BF9-B7B9-16197F2C5FF2}" dt="2023-03-14T10:55:26.043" v="45" actId="478"/>
          <ac:cxnSpMkLst>
            <pc:docMk/>
            <pc:sldMk cId="1851223333" sldId="260"/>
            <ac:cxnSpMk id="34" creationId="{8472701D-CFC3-52B6-00AC-C8DFBCE5E7C3}"/>
          </ac:cxnSpMkLst>
        </pc:cxnChg>
        <pc:cxnChg chg="add del mod">
          <ac:chgData name="Matthew James" userId="f666f108-8a0f-4162-87e7-039355b66eb3" providerId="ADAL" clId="{F17EDF52-FEA5-4BF9-B7B9-16197F2C5FF2}" dt="2023-03-14T10:55:26.043" v="45" actId="478"/>
          <ac:cxnSpMkLst>
            <pc:docMk/>
            <pc:sldMk cId="1851223333" sldId="260"/>
            <ac:cxnSpMk id="45" creationId="{F551C0CD-CD58-C118-EEE6-B517CD9A6B4F}"/>
          </ac:cxnSpMkLst>
        </pc:cxnChg>
        <pc:cxnChg chg="add del">
          <ac:chgData name="Matthew James" userId="f666f108-8a0f-4162-87e7-039355b66eb3" providerId="ADAL" clId="{F17EDF52-FEA5-4BF9-B7B9-16197F2C5FF2}" dt="2023-03-14T10:55:26.043" v="45" actId="478"/>
          <ac:cxnSpMkLst>
            <pc:docMk/>
            <pc:sldMk cId="1851223333" sldId="260"/>
            <ac:cxnSpMk id="2067" creationId="{7393733F-7781-B8AD-5644-5A6640B90528}"/>
          </ac:cxnSpMkLst>
        </pc:cxnChg>
        <pc:cxnChg chg="del">
          <ac:chgData name="Matthew James" userId="f666f108-8a0f-4162-87e7-039355b66eb3" providerId="ADAL" clId="{F17EDF52-FEA5-4BF9-B7B9-16197F2C5FF2}" dt="2023-03-14T10:53:13.884" v="10" actId="478"/>
          <ac:cxnSpMkLst>
            <pc:docMk/>
            <pc:sldMk cId="1851223333" sldId="260"/>
            <ac:cxnSpMk id="2068" creationId="{B4D780E5-9B3F-1BAE-5FEA-F116714EA51D}"/>
          </ac:cxnSpMkLst>
        </pc:cxnChg>
        <pc:cxnChg chg="del">
          <ac:chgData name="Matthew James" userId="f666f108-8a0f-4162-87e7-039355b66eb3" providerId="ADAL" clId="{F17EDF52-FEA5-4BF9-B7B9-16197F2C5FF2}" dt="2023-03-14T10:53:13.884" v="10" actId="478"/>
          <ac:cxnSpMkLst>
            <pc:docMk/>
            <pc:sldMk cId="1851223333" sldId="260"/>
            <ac:cxnSpMk id="2069" creationId="{EA94BEE4-96DD-9D8E-1090-00BF28840D7A}"/>
          </ac:cxnSpMkLst>
        </pc:cxnChg>
        <pc:cxnChg chg="del">
          <ac:chgData name="Matthew James" userId="f666f108-8a0f-4162-87e7-039355b66eb3" providerId="ADAL" clId="{F17EDF52-FEA5-4BF9-B7B9-16197F2C5FF2}" dt="2023-03-14T10:53:13.884" v="10" actId="478"/>
          <ac:cxnSpMkLst>
            <pc:docMk/>
            <pc:sldMk cId="1851223333" sldId="260"/>
            <ac:cxnSpMk id="2070" creationId="{D643D8DA-A7AB-9E8D-F1FA-A0446BD561FA}"/>
          </ac:cxnSpMkLst>
        </pc:cxnChg>
        <pc:cxnChg chg="del">
          <ac:chgData name="Matthew James" userId="f666f108-8a0f-4162-87e7-039355b66eb3" providerId="ADAL" clId="{F17EDF52-FEA5-4BF9-B7B9-16197F2C5FF2}" dt="2023-03-14T10:53:13.884" v="10" actId="478"/>
          <ac:cxnSpMkLst>
            <pc:docMk/>
            <pc:sldMk cId="1851223333" sldId="260"/>
            <ac:cxnSpMk id="2071" creationId="{BC847278-4A3C-FABF-3461-E6CB28EB3C01}"/>
          </ac:cxnSpMkLst>
        </pc:cxnChg>
        <pc:cxnChg chg="del">
          <ac:chgData name="Matthew James" userId="f666f108-8a0f-4162-87e7-039355b66eb3" providerId="ADAL" clId="{F17EDF52-FEA5-4BF9-B7B9-16197F2C5FF2}" dt="2023-03-14T10:53:13.884" v="10" actId="478"/>
          <ac:cxnSpMkLst>
            <pc:docMk/>
            <pc:sldMk cId="1851223333" sldId="260"/>
            <ac:cxnSpMk id="2072" creationId="{822F526C-A782-20E1-C56E-91322220B367}"/>
          </ac:cxnSpMkLst>
        </pc:cxnChg>
      </pc:sldChg>
      <pc:sldChg chg="modSp mod">
        <pc:chgData name="Matthew James" userId="f666f108-8a0f-4162-87e7-039355b66eb3" providerId="ADAL" clId="{F17EDF52-FEA5-4BF9-B7B9-16197F2C5FF2}" dt="2023-03-14T10:57:12.015" v="48" actId="1076"/>
        <pc:sldMkLst>
          <pc:docMk/>
          <pc:sldMk cId="1630608680" sldId="262"/>
        </pc:sldMkLst>
        <pc:spChg chg="mod">
          <ac:chgData name="Matthew James" userId="f666f108-8a0f-4162-87e7-039355b66eb3" providerId="ADAL" clId="{F17EDF52-FEA5-4BF9-B7B9-16197F2C5FF2}" dt="2023-03-14T10:57:12.015" v="48" actId="1076"/>
          <ac:spMkLst>
            <pc:docMk/>
            <pc:sldMk cId="1630608680" sldId="262"/>
            <ac:spMk id="4122" creationId="{9AD87EC0-4293-6A66-A03C-5099FF42A8D2}"/>
          </ac:spMkLst>
        </pc:spChg>
      </pc:sldChg>
      <pc:sldChg chg="addSp delSp modSp mod">
        <pc:chgData name="Matthew James" userId="f666f108-8a0f-4162-87e7-039355b66eb3" providerId="ADAL" clId="{F17EDF52-FEA5-4BF9-B7B9-16197F2C5FF2}" dt="2023-03-14T11:18:52.584" v="51" actId="1076"/>
        <pc:sldMkLst>
          <pc:docMk/>
          <pc:sldMk cId="247086847" sldId="263"/>
        </pc:sldMkLst>
        <pc:spChg chg="mod">
          <ac:chgData name="Matthew James" userId="f666f108-8a0f-4162-87e7-039355b66eb3" providerId="ADAL" clId="{F17EDF52-FEA5-4BF9-B7B9-16197F2C5FF2}" dt="2023-03-14T10:54:52.786" v="37" actId="20577"/>
          <ac:spMkLst>
            <pc:docMk/>
            <pc:sldMk cId="247086847" sldId="263"/>
            <ac:spMk id="3" creationId="{E0CF396D-D3F6-E18E-C2AA-B0990881FA2B}"/>
          </ac:spMkLst>
        </pc:spChg>
        <pc:spChg chg="add mod">
          <ac:chgData name="Matthew James" userId="f666f108-8a0f-4162-87e7-039355b66eb3" providerId="ADAL" clId="{F17EDF52-FEA5-4BF9-B7B9-16197F2C5FF2}" dt="2023-03-14T11:18:52.584" v="51" actId="1076"/>
          <ac:spMkLst>
            <pc:docMk/>
            <pc:sldMk cId="247086847" sldId="263"/>
            <ac:spMk id="13" creationId="{341155C7-65D4-812B-EB25-4C4CC4C548AA}"/>
          </ac:spMkLst>
        </pc:spChg>
        <pc:spChg chg="mod">
          <ac:chgData name="Matthew James" userId="f666f108-8a0f-4162-87e7-039355b66eb3" providerId="ADAL" clId="{F17EDF52-FEA5-4BF9-B7B9-16197F2C5FF2}" dt="2023-03-14T10:54:49.537" v="35" actId="20577"/>
          <ac:spMkLst>
            <pc:docMk/>
            <pc:sldMk cId="247086847" sldId="263"/>
            <ac:spMk id="29" creationId="{FC0018C6-3424-6DF0-3D05-DD40D5EC9D54}"/>
          </ac:spMkLst>
        </pc:spChg>
        <pc:spChg chg="del mod">
          <ac:chgData name="Matthew James" userId="f666f108-8a0f-4162-87e7-039355b66eb3" providerId="ADAL" clId="{F17EDF52-FEA5-4BF9-B7B9-16197F2C5FF2}" dt="2023-03-14T11:18:47.257" v="49" actId="478"/>
          <ac:spMkLst>
            <pc:docMk/>
            <pc:sldMk cId="247086847" sldId="263"/>
            <ac:spMk id="30" creationId="{C38E75E6-9165-EA70-C40A-5FD8F5F760EE}"/>
          </ac:spMkLst>
        </pc:spChg>
        <pc:spChg chg="mod">
          <ac:chgData name="Matthew James" userId="f666f108-8a0f-4162-87e7-039355b66eb3" providerId="ADAL" clId="{F17EDF52-FEA5-4BF9-B7B9-16197F2C5FF2}" dt="2023-03-14T10:54:25.488" v="29" actId="1076"/>
          <ac:spMkLst>
            <pc:docMk/>
            <pc:sldMk cId="247086847" sldId="263"/>
            <ac:spMk id="35" creationId="{7A0B77FA-D4A6-8608-ED5D-62D674D6342F}"/>
          </ac:spMkLst>
        </pc:spChg>
        <pc:spChg chg="mod">
          <ac:chgData name="Matthew James" userId="f666f108-8a0f-4162-87e7-039355b66eb3" providerId="ADAL" clId="{F17EDF52-FEA5-4BF9-B7B9-16197F2C5FF2}" dt="2023-03-14T10:54:40.683" v="31" actId="20577"/>
          <ac:spMkLst>
            <pc:docMk/>
            <pc:sldMk cId="247086847" sldId="263"/>
            <ac:spMk id="44" creationId="{6A38D967-ACD1-7A0D-1E1D-F0EE6E931F38}"/>
          </ac:spMkLst>
        </pc:spChg>
        <pc:spChg chg="mod">
          <ac:chgData name="Matthew James" userId="f666f108-8a0f-4162-87e7-039355b66eb3" providerId="ADAL" clId="{F17EDF52-FEA5-4BF9-B7B9-16197F2C5FF2}" dt="2023-03-14T10:54:44.674" v="33" actId="20577"/>
          <ac:spMkLst>
            <pc:docMk/>
            <pc:sldMk cId="247086847" sldId="263"/>
            <ac:spMk id="46" creationId="{25835C6A-6F4F-C94F-7115-C08399C66669}"/>
          </ac:spMkLst>
        </pc:spChg>
      </pc:sldChg>
    </pc:docChg>
  </pc:docChgLst>
  <pc:docChgLst>
    <pc:chgData name="Matthew James" userId="f666f108-8a0f-4162-87e7-039355b66eb3" providerId="ADAL" clId="{8279022C-F594-4828-A49F-0B153390AF1C}"/>
    <pc:docChg chg="undo custSel modSld">
      <pc:chgData name="Matthew James" userId="f666f108-8a0f-4162-87e7-039355b66eb3" providerId="ADAL" clId="{8279022C-F594-4828-A49F-0B153390AF1C}" dt="2023-03-29T11:13:36.236" v="49" actId="313"/>
      <pc:docMkLst>
        <pc:docMk/>
      </pc:docMkLst>
      <pc:sldChg chg="modNotesTx">
        <pc:chgData name="Matthew James" userId="f666f108-8a0f-4162-87e7-039355b66eb3" providerId="ADAL" clId="{8279022C-F594-4828-A49F-0B153390AF1C}" dt="2023-03-29T11:13:33.181" v="47" actId="313"/>
        <pc:sldMkLst>
          <pc:docMk/>
          <pc:sldMk cId="1630608680" sldId="262"/>
        </pc:sldMkLst>
      </pc:sldChg>
      <pc:sldChg chg="modSp mod">
        <pc:chgData name="Matthew James" userId="f666f108-8a0f-4162-87e7-039355b66eb3" providerId="ADAL" clId="{8279022C-F594-4828-A49F-0B153390AF1C}" dt="2023-03-29T11:12:42.041" v="45" actId="20577"/>
        <pc:sldMkLst>
          <pc:docMk/>
          <pc:sldMk cId="1490257980" sldId="271"/>
        </pc:sldMkLst>
        <pc:graphicFrameChg chg="mod modGraphic">
          <ac:chgData name="Matthew James" userId="f666f108-8a0f-4162-87e7-039355b66eb3" providerId="ADAL" clId="{8279022C-F594-4828-A49F-0B153390AF1C}" dt="2023-03-29T11:12:42.041" v="45" actId="20577"/>
          <ac:graphicFrameMkLst>
            <pc:docMk/>
            <pc:sldMk cId="1490257980" sldId="271"/>
            <ac:graphicFrameMk id="4" creationId="{FE09A6F1-B21D-9946-395D-B4745FFA1532}"/>
          </ac:graphicFrameMkLst>
        </pc:graphicFrameChg>
      </pc:sldChg>
      <pc:sldChg chg="modNotesTx">
        <pc:chgData name="Matthew James" userId="f666f108-8a0f-4162-87e7-039355b66eb3" providerId="ADAL" clId="{8279022C-F594-4828-A49F-0B153390AF1C}" dt="2023-03-29T11:13:36.236" v="49" actId="313"/>
        <pc:sldMkLst>
          <pc:docMk/>
          <pc:sldMk cId="539361787" sldId="276"/>
        </pc:sldMkLst>
      </pc:sldChg>
    </pc:docChg>
  </pc:docChgLst>
  <pc:docChgLst>
    <pc:chgData name="Matthew James" userId="f666f108-8a0f-4162-87e7-039355b66eb3" providerId="ADAL" clId="{C946DEF8-38A3-4142-A863-351A18411FE6}"/>
    <pc:docChg chg="undo custSel delSld modSld">
      <pc:chgData name="Matthew James" userId="f666f108-8a0f-4162-87e7-039355b66eb3" providerId="ADAL" clId="{C946DEF8-38A3-4142-A863-351A18411FE6}" dt="2023-03-09T10:05:33.527" v="915" actId="1076"/>
      <pc:docMkLst>
        <pc:docMk/>
      </pc:docMkLst>
      <pc:sldChg chg="del">
        <pc:chgData name="Matthew James" userId="f666f108-8a0f-4162-87e7-039355b66eb3" providerId="ADAL" clId="{C946DEF8-38A3-4142-A863-351A18411FE6}" dt="2023-03-09T09:19:22.642" v="93" actId="47"/>
        <pc:sldMkLst>
          <pc:docMk/>
          <pc:sldMk cId="4186843607" sldId="257"/>
        </pc:sldMkLst>
      </pc:sldChg>
      <pc:sldChg chg="addSp delSp modSp">
        <pc:chgData name="Matthew James" userId="f666f108-8a0f-4162-87e7-039355b66eb3" providerId="ADAL" clId="{C946DEF8-38A3-4142-A863-351A18411FE6}" dt="2023-03-09T09:15:58.835" v="29" actId="1076"/>
        <pc:sldMkLst>
          <pc:docMk/>
          <pc:sldMk cId="1851223333" sldId="260"/>
        </pc:sldMkLst>
        <pc:picChg chg="add del mod">
          <ac:chgData name="Matthew James" userId="f666f108-8a0f-4162-87e7-039355b66eb3" providerId="ADAL" clId="{C946DEF8-38A3-4142-A863-351A18411FE6}" dt="2023-03-09T09:15:40.554" v="21"/>
          <ac:picMkLst>
            <pc:docMk/>
            <pc:sldMk cId="1851223333" sldId="260"/>
            <ac:picMk id="3" creationId="{9CA0EDDC-5AAC-6996-10FF-AA21D5222E2E}"/>
          </ac:picMkLst>
        </pc:picChg>
        <pc:picChg chg="add mod">
          <ac:chgData name="Matthew James" userId="f666f108-8a0f-4162-87e7-039355b66eb3" providerId="ADAL" clId="{C946DEF8-38A3-4142-A863-351A18411FE6}" dt="2023-03-09T09:15:58.835" v="29" actId="1076"/>
          <ac:picMkLst>
            <pc:docMk/>
            <pc:sldMk cId="1851223333" sldId="260"/>
            <ac:picMk id="4" creationId="{AD8C372E-EE9A-E1E8-7981-1F875B9448C8}"/>
          </ac:picMkLst>
        </pc:picChg>
        <pc:picChg chg="add del mod">
          <ac:chgData name="Matthew James" userId="f666f108-8a0f-4162-87e7-039355b66eb3" providerId="ADAL" clId="{C946DEF8-38A3-4142-A863-351A18411FE6}" dt="2023-03-09T09:15:41.327" v="24" actId="478"/>
          <ac:picMkLst>
            <pc:docMk/>
            <pc:sldMk cId="1851223333" sldId="260"/>
            <ac:picMk id="2052" creationId="{089BCFAC-F272-CD7C-17C3-78211F949A55}"/>
          </ac:picMkLst>
        </pc:picChg>
        <pc:picChg chg="mod">
          <ac:chgData name="Matthew James" userId="f666f108-8a0f-4162-87e7-039355b66eb3" providerId="ADAL" clId="{C946DEF8-38A3-4142-A863-351A18411FE6}" dt="2023-03-09T09:15:47.175" v="26" actId="1076"/>
          <ac:picMkLst>
            <pc:docMk/>
            <pc:sldMk cId="1851223333" sldId="260"/>
            <ac:picMk id="2053" creationId="{DDB617B9-E850-2904-47D6-48065845B029}"/>
          </ac:picMkLst>
        </pc:picChg>
        <pc:picChg chg="mod">
          <ac:chgData name="Matthew James" userId="f666f108-8a0f-4162-87e7-039355b66eb3" providerId="ADAL" clId="{C946DEF8-38A3-4142-A863-351A18411FE6}" dt="2023-03-09T09:15:45.309" v="25" actId="1076"/>
          <ac:picMkLst>
            <pc:docMk/>
            <pc:sldMk cId="1851223333" sldId="260"/>
            <ac:picMk id="2054" creationId="{F59ABF90-3691-FB60-ED22-DCE036D2012D}"/>
          </ac:picMkLst>
        </pc:picChg>
        <pc:picChg chg="add del">
          <ac:chgData name="Matthew James" userId="f666f108-8a0f-4162-87e7-039355b66eb3" providerId="ADAL" clId="{C946DEF8-38A3-4142-A863-351A18411FE6}" dt="2023-03-09T09:15:38.244" v="13" actId="478"/>
          <ac:picMkLst>
            <pc:docMk/>
            <pc:sldMk cId="1851223333" sldId="260"/>
            <ac:picMk id="2055" creationId="{CB795E0E-7FE6-FAFC-A94C-2CDCBAB65BD6}"/>
          </ac:picMkLst>
        </pc:picChg>
        <pc:picChg chg="add del mod">
          <ac:chgData name="Matthew James" userId="f666f108-8a0f-4162-87e7-039355b66eb3" providerId="ADAL" clId="{C946DEF8-38A3-4142-A863-351A18411FE6}" dt="2023-03-09T09:15:39.033" v="15" actId="1076"/>
          <ac:picMkLst>
            <pc:docMk/>
            <pc:sldMk cId="1851223333" sldId="260"/>
            <ac:picMk id="2056" creationId="{7B1935ED-9B1A-CF65-9ABC-D25EE1E45FCC}"/>
          </ac:picMkLst>
        </pc:picChg>
        <pc:picChg chg="add del">
          <ac:chgData name="Matthew James" userId="f666f108-8a0f-4162-87e7-039355b66eb3" providerId="ADAL" clId="{C946DEF8-38A3-4142-A863-351A18411FE6}" dt="2023-03-09T09:15:39.039" v="16" actId="478"/>
          <ac:picMkLst>
            <pc:docMk/>
            <pc:sldMk cId="1851223333" sldId="260"/>
            <ac:picMk id="2057" creationId="{62538B68-5A7E-9996-AE78-FEB529AA86D9}"/>
          </ac:picMkLst>
        </pc:picChg>
        <pc:picChg chg="add del">
          <ac:chgData name="Matthew James" userId="f666f108-8a0f-4162-87e7-039355b66eb3" providerId="ADAL" clId="{C946DEF8-38A3-4142-A863-351A18411FE6}" dt="2023-03-09T09:15:39.489" v="18" actId="478"/>
          <ac:picMkLst>
            <pc:docMk/>
            <pc:sldMk cId="1851223333" sldId="260"/>
            <ac:picMk id="2058" creationId="{B5BC3221-64BD-6368-A237-975BEE67B5A3}"/>
          </ac:picMkLst>
        </pc:picChg>
        <pc:picChg chg="add del">
          <ac:chgData name="Matthew James" userId="f666f108-8a0f-4162-87e7-039355b66eb3" providerId="ADAL" clId="{C946DEF8-38A3-4142-A863-351A18411FE6}" dt="2023-03-09T09:15:39.484" v="17" actId="478"/>
          <ac:picMkLst>
            <pc:docMk/>
            <pc:sldMk cId="1851223333" sldId="260"/>
            <ac:picMk id="2059" creationId="{725B90B0-7A7E-757D-B344-44967B2E7677}"/>
          </ac:picMkLst>
        </pc:picChg>
      </pc:sldChg>
      <pc:sldChg chg="modSp">
        <pc:chgData name="Matthew James" userId="f666f108-8a0f-4162-87e7-039355b66eb3" providerId="ADAL" clId="{C946DEF8-38A3-4142-A863-351A18411FE6}" dt="2023-03-09T10:02:53.427" v="876" actId="14100"/>
        <pc:sldMkLst>
          <pc:docMk/>
          <pc:sldMk cId="1533320861" sldId="261"/>
        </pc:sldMkLst>
        <pc:picChg chg="mod">
          <ac:chgData name="Matthew James" userId="f666f108-8a0f-4162-87e7-039355b66eb3" providerId="ADAL" clId="{C946DEF8-38A3-4142-A863-351A18411FE6}" dt="2023-03-09T10:02:53.427" v="876" actId="14100"/>
          <ac:picMkLst>
            <pc:docMk/>
            <pc:sldMk cId="1533320861" sldId="261"/>
            <ac:picMk id="3086" creationId="{3C48919D-B70E-DBB1-251C-48BD7DA6BAFF}"/>
          </ac:picMkLst>
        </pc:picChg>
      </pc:sldChg>
      <pc:sldChg chg="addSp delSp modSp mod">
        <pc:chgData name="Matthew James" userId="f666f108-8a0f-4162-87e7-039355b66eb3" providerId="ADAL" clId="{C946DEF8-38A3-4142-A863-351A18411FE6}" dt="2023-03-09T10:00:40.433" v="870" actId="1076"/>
        <pc:sldMkLst>
          <pc:docMk/>
          <pc:sldMk cId="1630608680" sldId="262"/>
        </pc:sldMkLst>
        <pc:spChg chg="mod">
          <ac:chgData name="Matthew James" userId="f666f108-8a0f-4162-87e7-039355b66eb3" providerId="ADAL" clId="{C946DEF8-38A3-4142-A863-351A18411FE6}" dt="2023-03-09T09:35:33.723" v="428" actId="1076"/>
          <ac:spMkLst>
            <pc:docMk/>
            <pc:sldMk cId="1630608680" sldId="262"/>
            <ac:spMk id="2" creationId="{54D83234-F928-E2C8-3901-8212B5BEEB95}"/>
          </ac:spMkLst>
        </pc:spChg>
        <pc:spChg chg="mod">
          <ac:chgData name="Matthew James" userId="f666f108-8a0f-4162-87e7-039355b66eb3" providerId="ADAL" clId="{C946DEF8-38A3-4142-A863-351A18411FE6}" dt="2023-03-09T09:38:51.291" v="452" actId="1076"/>
          <ac:spMkLst>
            <pc:docMk/>
            <pc:sldMk cId="1630608680" sldId="262"/>
            <ac:spMk id="4" creationId="{A1605F65-5253-121F-B6A9-BA15F8B13B2E}"/>
          </ac:spMkLst>
        </pc:spChg>
        <pc:spChg chg="mod">
          <ac:chgData name="Matthew James" userId="f666f108-8a0f-4162-87e7-039355b66eb3" providerId="ADAL" clId="{C946DEF8-38A3-4142-A863-351A18411FE6}" dt="2023-03-09T09:39:00.274" v="457" actId="1076"/>
          <ac:spMkLst>
            <pc:docMk/>
            <pc:sldMk cId="1630608680" sldId="262"/>
            <ac:spMk id="5" creationId="{EF9E7A1C-4C61-D5F7-3B0A-3D46A97A797E}"/>
          </ac:spMkLst>
        </pc:spChg>
        <pc:spChg chg="mod">
          <ac:chgData name="Matthew James" userId="f666f108-8a0f-4162-87e7-039355b66eb3" providerId="ADAL" clId="{C946DEF8-38A3-4142-A863-351A18411FE6}" dt="2023-03-09T09:38:55.939" v="455" actId="1076"/>
          <ac:spMkLst>
            <pc:docMk/>
            <pc:sldMk cId="1630608680" sldId="262"/>
            <ac:spMk id="6" creationId="{E7B464CF-3503-6D3B-B0C9-9FE439FC861D}"/>
          </ac:spMkLst>
        </pc:spChg>
        <pc:spChg chg="mod">
          <ac:chgData name="Matthew James" userId="f666f108-8a0f-4162-87e7-039355b66eb3" providerId="ADAL" clId="{C946DEF8-38A3-4142-A863-351A18411FE6}" dt="2023-03-09T09:39:04.707" v="459" actId="1076"/>
          <ac:spMkLst>
            <pc:docMk/>
            <pc:sldMk cId="1630608680" sldId="262"/>
            <ac:spMk id="7" creationId="{FB96CE74-C18D-B354-DF88-785537C94B51}"/>
          </ac:spMkLst>
        </pc:spChg>
        <pc:spChg chg="add mod">
          <ac:chgData name="Matthew James" userId="f666f108-8a0f-4162-87e7-039355b66eb3" providerId="ADAL" clId="{C946DEF8-38A3-4142-A863-351A18411FE6}" dt="2023-03-09T09:37:27.155" v="441" actId="1076"/>
          <ac:spMkLst>
            <pc:docMk/>
            <pc:sldMk cId="1630608680" sldId="262"/>
            <ac:spMk id="12" creationId="{49467962-F766-A413-DE06-55FB2039CA29}"/>
          </ac:spMkLst>
        </pc:spChg>
        <pc:spChg chg="add mod ord">
          <ac:chgData name="Matthew James" userId="f666f108-8a0f-4162-87e7-039355b66eb3" providerId="ADAL" clId="{C946DEF8-38A3-4142-A863-351A18411FE6}" dt="2023-03-09T09:50:48.589" v="723" actId="1076"/>
          <ac:spMkLst>
            <pc:docMk/>
            <pc:sldMk cId="1630608680" sldId="262"/>
            <ac:spMk id="14" creationId="{E88A20C4-2B46-361B-F8DE-2B2F4353AED0}"/>
          </ac:spMkLst>
        </pc:spChg>
        <pc:spChg chg="mod">
          <ac:chgData name="Matthew James" userId="f666f108-8a0f-4162-87e7-039355b66eb3" providerId="ADAL" clId="{C946DEF8-38A3-4142-A863-351A18411FE6}" dt="2023-03-09T09:40:24.798" v="514" actId="403"/>
          <ac:spMkLst>
            <pc:docMk/>
            <pc:sldMk cId="1630608680" sldId="262"/>
            <ac:spMk id="31" creationId="{5F7E3681-79CD-2A02-6288-D1A756650E14}"/>
          </ac:spMkLst>
        </pc:spChg>
        <pc:spChg chg="mod">
          <ac:chgData name="Matthew James" userId="f666f108-8a0f-4162-87e7-039355b66eb3" providerId="ADAL" clId="{C946DEF8-38A3-4142-A863-351A18411FE6}" dt="2023-03-09T09:33:02.746" v="377" actId="1076"/>
          <ac:spMkLst>
            <pc:docMk/>
            <pc:sldMk cId="1630608680" sldId="262"/>
            <ac:spMk id="32" creationId="{FF77459A-FCDE-B6AF-DC4F-877E8D29A701}"/>
          </ac:spMkLst>
        </pc:spChg>
        <pc:spChg chg="mod">
          <ac:chgData name="Matthew James" userId="f666f108-8a0f-4162-87e7-039355b66eb3" providerId="ADAL" clId="{C946DEF8-38A3-4142-A863-351A18411FE6}" dt="2023-03-09T09:47:17.333" v="645" actId="403"/>
          <ac:spMkLst>
            <pc:docMk/>
            <pc:sldMk cId="1630608680" sldId="262"/>
            <ac:spMk id="33" creationId="{A5DFFF24-F3CF-299A-5C91-3F50B5B10A48}"/>
          </ac:spMkLst>
        </pc:spChg>
        <pc:spChg chg="mod">
          <ac:chgData name="Matthew James" userId="f666f108-8a0f-4162-87e7-039355b66eb3" providerId="ADAL" clId="{C946DEF8-38A3-4142-A863-351A18411FE6}" dt="2023-03-09T09:40:20.646" v="509" actId="403"/>
          <ac:spMkLst>
            <pc:docMk/>
            <pc:sldMk cId="1630608680" sldId="262"/>
            <ac:spMk id="34" creationId="{6969E098-D2A4-6513-21E2-D3C70DA79B33}"/>
          </ac:spMkLst>
        </pc:spChg>
        <pc:spChg chg="mod">
          <ac:chgData name="Matthew James" userId="f666f108-8a0f-4162-87e7-039355b66eb3" providerId="ADAL" clId="{C946DEF8-38A3-4142-A863-351A18411FE6}" dt="2023-03-09T09:35:45.434" v="433" actId="1076"/>
          <ac:spMkLst>
            <pc:docMk/>
            <pc:sldMk cId="1630608680" sldId="262"/>
            <ac:spMk id="35" creationId="{2F45234B-BAFE-98E0-FD20-4A1CF3B8C381}"/>
          </ac:spMkLst>
        </pc:spChg>
        <pc:spChg chg="mod">
          <ac:chgData name="Matthew James" userId="f666f108-8a0f-4162-87e7-039355b66eb3" providerId="ADAL" clId="{C946DEF8-38A3-4142-A863-351A18411FE6}" dt="2023-03-09T09:35:38.933" v="431" actId="1076"/>
          <ac:spMkLst>
            <pc:docMk/>
            <pc:sldMk cId="1630608680" sldId="262"/>
            <ac:spMk id="38" creationId="{E9422200-E191-606C-41C8-1A8BBB36165A}"/>
          </ac:spMkLst>
        </pc:spChg>
        <pc:spChg chg="add mod">
          <ac:chgData name="Matthew James" userId="f666f108-8a0f-4162-87e7-039355b66eb3" providerId="ADAL" clId="{C946DEF8-38A3-4142-A863-351A18411FE6}" dt="2023-03-09T09:40:31.556" v="517" actId="1076"/>
          <ac:spMkLst>
            <pc:docMk/>
            <pc:sldMk cId="1630608680" sldId="262"/>
            <ac:spMk id="52" creationId="{3C8E162C-F307-BE58-C185-F41E1D090766}"/>
          </ac:spMkLst>
        </pc:spChg>
        <pc:spChg chg="add mod">
          <ac:chgData name="Matthew James" userId="f666f108-8a0f-4162-87e7-039355b66eb3" providerId="ADAL" clId="{C946DEF8-38A3-4142-A863-351A18411FE6}" dt="2023-03-09T09:52:38.243" v="727" actId="14100"/>
          <ac:spMkLst>
            <pc:docMk/>
            <pc:sldMk cId="1630608680" sldId="262"/>
            <ac:spMk id="53" creationId="{F5E13D90-6062-DFC9-2914-8C1C5A35AE60}"/>
          </ac:spMkLst>
        </pc:spChg>
        <pc:spChg chg="add mod">
          <ac:chgData name="Matthew James" userId="f666f108-8a0f-4162-87e7-039355b66eb3" providerId="ADAL" clId="{C946DEF8-38A3-4142-A863-351A18411FE6}" dt="2023-03-09T09:40:28.925" v="516" actId="403"/>
          <ac:spMkLst>
            <pc:docMk/>
            <pc:sldMk cId="1630608680" sldId="262"/>
            <ac:spMk id="56" creationId="{54431FB5-DF14-5888-9986-61DFDB64A0E7}"/>
          </ac:spMkLst>
        </pc:spChg>
        <pc:spChg chg="add mod">
          <ac:chgData name="Matthew James" userId="f666f108-8a0f-4162-87e7-039355b66eb3" providerId="ADAL" clId="{C946DEF8-38A3-4142-A863-351A18411FE6}" dt="2023-03-09T09:50:18.527" v="716" actId="403"/>
          <ac:spMkLst>
            <pc:docMk/>
            <pc:sldMk cId="1630608680" sldId="262"/>
            <ac:spMk id="4109" creationId="{AB739F5B-6F24-BE7E-47F5-ED094AAE3812}"/>
          </ac:spMkLst>
        </pc:spChg>
        <pc:spChg chg="add del mod">
          <ac:chgData name="Matthew James" userId="f666f108-8a0f-4162-87e7-039355b66eb3" providerId="ADAL" clId="{C946DEF8-38A3-4142-A863-351A18411FE6}" dt="2023-03-09T09:30:56.197" v="309"/>
          <ac:spMkLst>
            <pc:docMk/>
            <pc:sldMk cId="1630608680" sldId="262"/>
            <ac:spMk id="4112" creationId="{F32C43A4-4994-AC99-E6E0-C362E2CA2776}"/>
          </ac:spMkLst>
        </pc:spChg>
        <pc:spChg chg="add mod">
          <ac:chgData name="Matthew James" userId="f666f108-8a0f-4162-87e7-039355b66eb3" providerId="ADAL" clId="{C946DEF8-38A3-4142-A863-351A18411FE6}" dt="2023-03-09T09:40:42.380" v="520" actId="1076"/>
          <ac:spMkLst>
            <pc:docMk/>
            <pc:sldMk cId="1630608680" sldId="262"/>
            <ac:spMk id="4116" creationId="{163BEF0F-9509-F477-F663-848AD005D55D}"/>
          </ac:spMkLst>
        </pc:spChg>
        <pc:spChg chg="add mod">
          <ac:chgData name="Matthew James" userId="f666f108-8a0f-4162-87e7-039355b66eb3" providerId="ADAL" clId="{C946DEF8-38A3-4142-A863-351A18411FE6}" dt="2023-03-09T10:00:40.433" v="870" actId="1076"/>
          <ac:spMkLst>
            <pc:docMk/>
            <pc:sldMk cId="1630608680" sldId="262"/>
            <ac:spMk id="4160" creationId="{DA22B49D-1704-3A66-AF19-CB3BA5FFD6CF}"/>
          </ac:spMkLst>
        </pc:spChg>
        <pc:spChg chg="add mod">
          <ac:chgData name="Matthew James" userId="f666f108-8a0f-4162-87e7-039355b66eb3" providerId="ADAL" clId="{C946DEF8-38A3-4142-A863-351A18411FE6}" dt="2023-03-09T09:49:06.147" v="710" actId="313"/>
          <ac:spMkLst>
            <pc:docMk/>
            <pc:sldMk cId="1630608680" sldId="262"/>
            <ac:spMk id="4163" creationId="{DB42FEF3-ED0D-C4E5-AE82-F42A40B1B6BF}"/>
          </ac:spMkLst>
        </pc:spChg>
        <pc:spChg chg="add mod">
          <ac:chgData name="Matthew James" userId="f666f108-8a0f-4162-87e7-039355b66eb3" providerId="ADAL" clId="{C946DEF8-38A3-4142-A863-351A18411FE6}" dt="2023-03-09T09:48:05.554" v="690" actId="1076"/>
          <ac:spMkLst>
            <pc:docMk/>
            <pc:sldMk cId="1630608680" sldId="262"/>
            <ac:spMk id="4173" creationId="{A327103C-4CEE-5B9C-F108-8BADEC45F239}"/>
          </ac:spMkLst>
        </pc:spChg>
        <pc:picChg chg="add mod">
          <ac:chgData name="Matthew James" userId="f666f108-8a0f-4162-87e7-039355b66eb3" providerId="ADAL" clId="{C946DEF8-38A3-4142-A863-351A18411FE6}" dt="2023-03-09T09:37:28.842" v="442" actId="1076"/>
          <ac:picMkLst>
            <pc:docMk/>
            <pc:sldMk cId="1630608680" sldId="262"/>
            <ac:picMk id="3" creationId="{C81F9AEE-0875-9739-B6BA-A36880A6DA77}"/>
          </ac:picMkLst>
        </pc:picChg>
        <pc:picChg chg="mod">
          <ac:chgData name="Matthew James" userId="f666f108-8a0f-4162-87e7-039355b66eb3" providerId="ADAL" clId="{C946DEF8-38A3-4142-A863-351A18411FE6}" dt="2023-03-09T09:33:02.746" v="377" actId="1076"/>
          <ac:picMkLst>
            <pc:docMk/>
            <pc:sldMk cId="1630608680" sldId="262"/>
            <ac:picMk id="9" creationId="{12BA90BF-9836-E04C-AA3F-2B223920E129}"/>
          </ac:picMkLst>
        </pc:picChg>
        <pc:picChg chg="mod">
          <ac:chgData name="Matthew James" userId="f666f108-8a0f-4162-87e7-039355b66eb3" providerId="ADAL" clId="{C946DEF8-38A3-4142-A863-351A18411FE6}" dt="2023-03-09T09:33:02.746" v="377" actId="1076"/>
          <ac:picMkLst>
            <pc:docMk/>
            <pc:sldMk cId="1630608680" sldId="262"/>
            <ac:picMk id="11" creationId="{72A04637-D4CB-4681-AE71-FB499ABA2D3A}"/>
          </ac:picMkLst>
        </pc:picChg>
        <pc:picChg chg="add mod">
          <ac:chgData name="Matthew James" userId="f666f108-8a0f-4162-87e7-039355b66eb3" providerId="ADAL" clId="{C946DEF8-38A3-4142-A863-351A18411FE6}" dt="2023-03-09T09:33:02.746" v="377" actId="1076"/>
          <ac:picMkLst>
            <pc:docMk/>
            <pc:sldMk cId="1630608680" sldId="262"/>
            <ac:picMk id="15" creationId="{B60E7AB2-E5C0-9389-703B-19FD9BB8221A}"/>
          </ac:picMkLst>
        </pc:picChg>
        <pc:picChg chg="mod">
          <ac:chgData name="Matthew James" userId="f666f108-8a0f-4162-87e7-039355b66eb3" providerId="ADAL" clId="{C946DEF8-38A3-4142-A863-351A18411FE6}" dt="2023-03-09T09:47:07.171" v="641" actId="1076"/>
          <ac:picMkLst>
            <pc:docMk/>
            <pc:sldMk cId="1630608680" sldId="262"/>
            <ac:picMk id="17" creationId="{078D82BC-F6D8-BBBE-B228-75CA9A3DE082}"/>
          </ac:picMkLst>
        </pc:picChg>
        <pc:picChg chg="mod">
          <ac:chgData name="Matthew James" userId="f666f108-8a0f-4162-87e7-039355b66eb3" providerId="ADAL" clId="{C946DEF8-38A3-4142-A863-351A18411FE6}" dt="2023-03-09T09:33:02.746" v="377" actId="1076"/>
          <ac:picMkLst>
            <pc:docMk/>
            <pc:sldMk cId="1630608680" sldId="262"/>
            <ac:picMk id="26" creationId="{0547A357-F2B9-20A7-671E-AE2D2DE36104}"/>
          </ac:picMkLst>
        </pc:picChg>
        <pc:picChg chg="mod">
          <ac:chgData name="Matthew James" userId="f666f108-8a0f-4162-87e7-039355b66eb3" providerId="ADAL" clId="{C946DEF8-38A3-4142-A863-351A18411FE6}" dt="2023-03-09T09:38:58.003" v="456" actId="1076"/>
          <ac:picMkLst>
            <pc:docMk/>
            <pc:sldMk cId="1630608680" sldId="262"/>
            <ac:picMk id="28" creationId="{250755F6-66BC-EEB3-AFA0-464A98B979FB}"/>
          </ac:picMkLst>
        </pc:picChg>
        <pc:picChg chg="mod">
          <ac:chgData name="Matthew James" userId="f666f108-8a0f-4162-87e7-039355b66eb3" providerId="ADAL" clId="{C946DEF8-38A3-4142-A863-351A18411FE6}" dt="2023-03-09T09:35:37.459" v="430" actId="1076"/>
          <ac:picMkLst>
            <pc:docMk/>
            <pc:sldMk cId="1630608680" sldId="262"/>
            <ac:picMk id="30" creationId="{660CCBEB-74DA-4AFC-617D-E4C07B1A82EE}"/>
          </ac:picMkLst>
        </pc:picChg>
        <pc:picChg chg="add mod">
          <ac:chgData name="Matthew James" userId="f666f108-8a0f-4162-87e7-039355b66eb3" providerId="ADAL" clId="{C946DEF8-38A3-4142-A863-351A18411FE6}" dt="2023-03-09T09:33:02.746" v="377" actId="1076"/>
          <ac:picMkLst>
            <pc:docMk/>
            <pc:sldMk cId="1630608680" sldId="262"/>
            <ac:picMk id="46" creationId="{521789F7-42AF-DAC3-09AC-75D092EAA1E4}"/>
          </ac:picMkLst>
        </pc:picChg>
        <pc:picChg chg="mod">
          <ac:chgData name="Matthew James" userId="f666f108-8a0f-4162-87e7-039355b66eb3" providerId="ADAL" clId="{C946DEF8-38A3-4142-A863-351A18411FE6}" dt="2023-03-09T09:38:54.138" v="454" actId="1076"/>
          <ac:picMkLst>
            <pc:docMk/>
            <pc:sldMk cId="1630608680" sldId="262"/>
            <ac:picMk id="4098" creationId="{36F33AA5-E131-9255-AF27-5A8200DB04D4}"/>
          </ac:picMkLst>
        </pc:picChg>
        <pc:picChg chg="mod">
          <ac:chgData name="Matthew James" userId="f666f108-8a0f-4162-87e7-039355b66eb3" providerId="ADAL" clId="{C946DEF8-38A3-4142-A863-351A18411FE6}" dt="2023-03-09T09:35:47.073" v="434" actId="1076"/>
          <ac:picMkLst>
            <pc:docMk/>
            <pc:sldMk cId="1630608680" sldId="262"/>
            <ac:picMk id="4099" creationId="{51C74256-FAA3-8550-2606-9EE2F71CA5D0}"/>
          </ac:picMkLst>
        </pc:picChg>
        <pc:picChg chg="mod">
          <ac:chgData name="Matthew James" userId="f666f108-8a0f-4162-87e7-039355b66eb3" providerId="ADAL" clId="{C946DEF8-38A3-4142-A863-351A18411FE6}" dt="2023-03-09T09:38:52.823" v="453" actId="1076"/>
          <ac:picMkLst>
            <pc:docMk/>
            <pc:sldMk cId="1630608680" sldId="262"/>
            <ac:picMk id="4100" creationId="{D6331A7D-BF45-6558-177B-C1B437477CA4}"/>
          </ac:picMkLst>
        </pc:picChg>
        <pc:picChg chg="add mod">
          <ac:chgData name="Matthew James" userId="f666f108-8a0f-4162-87e7-039355b66eb3" providerId="ADAL" clId="{C946DEF8-38A3-4142-A863-351A18411FE6}" dt="2023-03-09T09:33:02.746" v="377" actId="1076"/>
          <ac:picMkLst>
            <pc:docMk/>
            <pc:sldMk cId="1630608680" sldId="262"/>
            <ac:picMk id="4111" creationId="{0E42F5EE-C4FD-BDF4-60EE-3A2A67414611}"/>
          </ac:picMkLst>
        </pc:picChg>
        <pc:picChg chg="add mod">
          <ac:chgData name="Matthew James" userId="f666f108-8a0f-4162-87e7-039355b66eb3" providerId="ADAL" clId="{C946DEF8-38A3-4142-A863-351A18411FE6}" dt="2023-03-09T09:39:26.907" v="468" actId="14100"/>
          <ac:picMkLst>
            <pc:docMk/>
            <pc:sldMk cId="1630608680" sldId="262"/>
            <ac:picMk id="4157" creationId="{8FEF1FF4-351B-D5E4-133F-D5A4A1D235B8}"/>
          </ac:picMkLst>
        </pc:picChg>
        <pc:picChg chg="add mod">
          <ac:chgData name="Matthew James" userId="f666f108-8a0f-4162-87e7-039355b66eb3" providerId="ADAL" clId="{C946DEF8-38A3-4142-A863-351A18411FE6}" dt="2023-03-09T09:47:40.483" v="654" actId="14100"/>
          <ac:picMkLst>
            <pc:docMk/>
            <pc:sldMk cId="1630608680" sldId="262"/>
            <ac:picMk id="4172" creationId="{A3FB3A79-25C0-B110-239D-EC907447FE86}"/>
          </ac:picMkLst>
        </pc:picChg>
        <pc:cxnChg chg="mod">
          <ac:chgData name="Matthew James" userId="f666f108-8a0f-4162-87e7-039355b66eb3" providerId="ADAL" clId="{C946DEF8-38A3-4142-A863-351A18411FE6}" dt="2023-03-09T09:47:31.747" v="651" actId="14100"/>
          <ac:cxnSpMkLst>
            <pc:docMk/>
            <pc:sldMk cId="1630608680" sldId="262"/>
            <ac:cxnSpMk id="8" creationId="{4A559BA2-38F8-1198-93D2-6547D186FEC1}"/>
          </ac:cxnSpMkLst>
        </pc:cxnChg>
        <pc:cxnChg chg="mod">
          <ac:chgData name="Matthew James" userId="f666f108-8a0f-4162-87e7-039355b66eb3" providerId="ADAL" clId="{C946DEF8-38A3-4142-A863-351A18411FE6}" dt="2023-03-09T09:33:17.897" v="382" actId="14100"/>
          <ac:cxnSpMkLst>
            <pc:docMk/>
            <pc:sldMk cId="1630608680" sldId="262"/>
            <ac:cxnSpMk id="10" creationId="{7A51D650-F1B0-CAB2-208D-FBE5C7B1A7E3}"/>
          </ac:cxnSpMkLst>
        </pc:cxnChg>
        <pc:cxnChg chg="mod">
          <ac:chgData name="Matthew James" userId="f666f108-8a0f-4162-87e7-039355b66eb3" providerId="ADAL" clId="{C946DEF8-38A3-4142-A863-351A18411FE6}" dt="2023-03-09T09:47:04.940" v="640" actId="14100"/>
          <ac:cxnSpMkLst>
            <pc:docMk/>
            <pc:sldMk cId="1630608680" sldId="262"/>
            <ac:cxnSpMk id="13" creationId="{BDBE6C0D-0DB4-4492-E7F3-D62C75AB9F14}"/>
          </ac:cxnSpMkLst>
        </pc:cxnChg>
        <pc:cxnChg chg="add mod">
          <ac:chgData name="Matthew James" userId="f666f108-8a0f-4162-87e7-039355b66eb3" providerId="ADAL" clId="{C946DEF8-38A3-4142-A863-351A18411FE6}" dt="2023-03-09T09:40:20.646" v="509" actId="403"/>
          <ac:cxnSpMkLst>
            <pc:docMk/>
            <pc:sldMk cId="1630608680" sldId="262"/>
            <ac:cxnSpMk id="16" creationId="{6574C361-09C1-F7DD-8DEC-F83E28CE7945}"/>
          </ac:cxnSpMkLst>
        </pc:cxnChg>
        <pc:cxnChg chg="mod">
          <ac:chgData name="Matthew James" userId="f666f108-8a0f-4162-87e7-039355b66eb3" providerId="ADAL" clId="{C946DEF8-38A3-4142-A863-351A18411FE6}" dt="2023-03-09T09:47:09.731" v="642" actId="14100"/>
          <ac:cxnSpMkLst>
            <pc:docMk/>
            <pc:sldMk cId="1630608680" sldId="262"/>
            <ac:cxnSpMk id="23" creationId="{5446DA14-7369-C538-61FA-B3864F903E33}"/>
          </ac:cxnSpMkLst>
        </pc:cxnChg>
        <pc:cxnChg chg="add mod">
          <ac:chgData name="Matthew James" userId="f666f108-8a0f-4162-87e7-039355b66eb3" providerId="ADAL" clId="{C946DEF8-38A3-4142-A863-351A18411FE6}" dt="2023-03-09T09:33:02.746" v="377" actId="1076"/>
          <ac:cxnSpMkLst>
            <pc:docMk/>
            <pc:sldMk cId="1630608680" sldId="262"/>
            <ac:cxnSpMk id="24" creationId="{42FC16BE-ABB8-DE7B-00EA-105CA0DF4993}"/>
          </ac:cxnSpMkLst>
        </pc:cxnChg>
        <pc:cxnChg chg="add mod">
          <ac:chgData name="Matthew James" userId="f666f108-8a0f-4162-87e7-039355b66eb3" providerId="ADAL" clId="{C946DEF8-38A3-4142-A863-351A18411FE6}" dt="2023-03-09T09:36:04.609" v="439" actId="14100"/>
          <ac:cxnSpMkLst>
            <pc:docMk/>
            <pc:sldMk cId="1630608680" sldId="262"/>
            <ac:cxnSpMk id="27" creationId="{97C931C9-159F-BB14-408C-937C270AF7DD}"/>
          </ac:cxnSpMkLst>
        </pc:cxnChg>
        <pc:cxnChg chg="mod">
          <ac:chgData name="Matthew James" userId="f666f108-8a0f-4162-87e7-039355b66eb3" providerId="ADAL" clId="{C946DEF8-38A3-4142-A863-351A18411FE6}" dt="2023-03-09T09:42:08.284" v="573" actId="14100"/>
          <ac:cxnSpMkLst>
            <pc:docMk/>
            <pc:sldMk cId="1630608680" sldId="262"/>
            <ac:cxnSpMk id="29" creationId="{145CDB14-4985-EC33-9490-EAA91181D7A0}"/>
          </ac:cxnSpMkLst>
        </pc:cxnChg>
        <pc:cxnChg chg="mod">
          <ac:chgData name="Matthew James" userId="f666f108-8a0f-4162-87e7-039355b66eb3" providerId="ADAL" clId="{C946DEF8-38A3-4142-A863-351A18411FE6}" dt="2023-03-09T09:39:02.187" v="458" actId="1076"/>
          <ac:cxnSpMkLst>
            <pc:docMk/>
            <pc:sldMk cId="1630608680" sldId="262"/>
            <ac:cxnSpMk id="36" creationId="{3B5363DB-E241-A620-C9A1-B0ACD33AFBD2}"/>
          </ac:cxnSpMkLst>
        </pc:cxnChg>
        <pc:cxnChg chg="mod">
          <ac:chgData name="Matthew James" userId="f666f108-8a0f-4162-87e7-039355b66eb3" providerId="ADAL" clId="{C946DEF8-38A3-4142-A863-351A18411FE6}" dt="2023-03-09T09:33:08.880" v="379" actId="14100"/>
          <ac:cxnSpMkLst>
            <pc:docMk/>
            <pc:sldMk cId="1630608680" sldId="262"/>
            <ac:cxnSpMk id="37" creationId="{EB84C1E6-5D56-7170-BF02-03350350A86F}"/>
          </ac:cxnSpMkLst>
        </pc:cxnChg>
        <pc:cxnChg chg="mod">
          <ac:chgData name="Matthew James" userId="f666f108-8a0f-4162-87e7-039355b66eb3" providerId="ADAL" clId="{C946DEF8-38A3-4142-A863-351A18411FE6}" dt="2023-03-09T09:37:28.842" v="442" actId="1076"/>
          <ac:cxnSpMkLst>
            <pc:docMk/>
            <pc:sldMk cId="1630608680" sldId="262"/>
            <ac:cxnSpMk id="40" creationId="{4104EEDD-A260-A03C-19D1-47C6FBFF9C6D}"/>
          </ac:cxnSpMkLst>
        </pc:cxnChg>
        <pc:cxnChg chg="add mod">
          <ac:chgData name="Matthew James" userId="f666f108-8a0f-4162-87e7-039355b66eb3" providerId="ADAL" clId="{C946DEF8-38A3-4142-A863-351A18411FE6}" dt="2023-03-09T09:35:52.994" v="438" actId="14100"/>
          <ac:cxnSpMkLst>
            <pc:docMk/>
            <pc:sldMk cId="1630608680" sldId="262"/>
            <ac:cxnSpMk id="43" creationId="{8878D3FA-E733-BFAD-1BF3-0613BE392563}"/>
          </ac:cxnSpMkLst>
        </pc:cxnChg>
        <pc:cxnChg chg="add mod">
          <ac:chgData name="Matthew James" userId="f666f108-8a0f-4162-87e7-039355b66eb3" providerId="ADAL" clId="{C946DEF8-38A3-4142-A863-351A18411FE6}" dt="2023-03-09T09:50:33.068" v="718" actId="14100"/>
          <ac:cxnSpMkLst>
            <pc:docMk/>
            <pc:sldMk cId="1630608680" sldId="262"/>
            <ac:cxnSpMk id="49" creationId="{6C84CC76-A064-E824-8EEA-46B495B9BA2F}"/>
          </ac:cxnSpMkLst>
        </pc:cxnChg>
        <pc:cxnChg chg="add mod">
          <ac:chgData name="Matthew James" userId="f666f108-8a0f-4162-87e7-039355b66eb3" providerId="ADAL" clId="{C946DEF8-38A3-4142-A863-351A18411FE6}" dt="2023-03-09T09:33:21.024" v="384" actId="1076"/>
          <ac:cxnSpMkLst>
            <pc:docMk/>
            <pc:sldMk cId="1630608680" sldId="262"/>
            <ac:cxnSpMk id="57" creationId="{66D726EF-4A04-F5A4-1FB3-087B50E28B7A}"/>
          </ac:cxnSpMkLst>
        </pc:cxnChg>
        <pc:cxnChg chg="add mod">
          <ac:chgData name="Matthew James" userId="f666f108-8a0f-4162-87e7-039355b66eb3" providerId="ADAL" clId="{C946DEF8-38A3-4142-A863-351A18411FE6}" dt="2023-03-09T09:50:18.527" v="716" actId="403"/>
          <ac:cxnSpMkLst>
            <pc:docMk/>
            <pc:sldMk cId="1630608680" sldId="262"/>
            <ac:cxnSpMk id="4113" creationId="{08501B48-8B07-F92A-B30C-71E81C259DF5}"/>
          </ac:cxnSpMkLst>
        </pc:cxnChg>
        <pc:cxnChg chg="add mod">
          <ac:chgData name="Matthew James" userId="f666f108-8a0f-4162-87e7-039355b66eb3" providerId="ADAL" clId="{C946DEF8-38A3-4142-A863-351A18411FE6}" dt="2023-03-09T09:39:18.021" v="464" actId="14100"/>
          <ac:cxnSpMkLst>
            <pc:docMk/>
            <pc:sldMk cId="1630608680" sldId="262"/>
            <ac:cxnSpMk id="4150" creationId="{12A356DD-A2C0-73A7-8DCF-1B5F7D0707B2}"/>
          </ac:cxnSpMkLst>
        </pc:cxnChg>
        <pc:cxnChg chg="add mod">
          <ac:chgData name="Matthew James" userId="f666f108-8a0f-4162-87e7-039355b66eb3" providerId="ADAL" clId="{C946DEF8-38A3-4142-A863-351A18411FE6}" dt="2023-03-09T09:39:21.259" v="465" actId="14100"/>
          <ac:cxnSpMkLst>
            <pc:docMk/>
            <pc:sldMk cId="1630608680" sldId="262"/>
            <ac:cxnSpMk id="4151" creationId="{73044F2B-C79B-D536-74F6-22E69B8DC357}"/>
          </ac:cxnSpMkLst>
        </pc:cxnChg>
        <pc:cxnChg chg="add mod">
          <ac:chgData name="Matthew James" userId="f666f108-8a0f-4162-87e7-039355b66eb3" providerId="ADAL" clId="{C946DEF8-38A3-4142-A863-351A18411FE6}" dt="2023-03-09T09:47:25.292" v="649" actId="14100"/>
          <ac:cxnSpMkLst>
            <pc:docMk/>
            <pc:sldMk cId="1630608680" sldId="262"/>
            <ac:cxnSpMk id="4168" creationId="{076DFBC9-7B6F-D099-32FB-DCB7E9E12B88}"/>
          </ac:cxnSpMkLst>
        </pc:cxnChg>
        <pc:cxnChg chg="add mod">
          <ac:chgData name="Matthew James" userId="f666f108-8a0f-4162-87e7-039355b66eb3" providerId="ADAL" clId="{C946DEF8-38A3-4142-A863-351A18411FE6}" dt="2023-03-09T09:47:21.123" v="647"/>
          <ac:cxnSpMkLst>
            <pc:docMk/>
            <pc:sldMk cId="1630608680" sldId="262"/>
            <ac:cxnSpMk id="4169" creationId="{A686CA3C-2620-F3D1-466F-AD87450486FB}"/>
          </ac:cxnSpMkLst>
        </pc:cxnChg>
      </pc:sldChg>
      <pc:sldChg chg="addSp delSp modSp mod">
        <pc:chgData name="Matthew James" userId="f666f108-8a0f-4162-87e7-039355b66eb3" providerId="ADAL" clId="{C946DEF8-38A3-4142-A863-351A18411FE6}" dt="2023-03-09T10:05:33.527" v="915" actId="1076"/>
        <pc:sldMkLst>
          <pc:docMk/>
          <pc:sldMk cId="247086847" sldId="263"/>
        </pc:sldMkLst>
        <pc:spChg chg="mod">
          <ac:chgData name="Matthew James" userId="f666f108-8a0f-4162-87e7-039355b66eb3" providerId="ADAL" clId="{C946DEF8-38A3-4142-A863-351A18411FE6}" dt="2023-03-09T09:56:23.152" v="783" actId="404"/>
          <ac:spMkLst>
            <pc:docMk/>
            <pc:sldMk cId="247086847" sldId="263"/>
            <ac:spMk id="31" creationId="{39F3C527-4429-01CA-F6BB-226E4EAE31D6}"/>
          </ac:spMkLst>
        </pc:spChg>
        <pc:spChg chg="mod">
          <ac:chgData name="Matthew James" userId="f666f108-8a0f-4162-87e7-039355b66eb3" providerId="ADAL" clId="{C946DEF8-38A3-4142-A863-351A18411FE6}" dt="2023-03-09T09:55:16.214" v="735" actId="1076"/>
          <ac:spMkLst>
            <pc:docMk/>
            <pc:sldMk cId="247086847" sldId="263"/>
            <ac:spMk id="33" creationId="{7B5F0841-6692-128B-B035-C429B7BEBE7A}"/>
          </ac:spMkLst>
        </pc:spChg>
        <pc:spChg chg="del">
          <ac:chgData name="Matthew James" userId="f666f108-8a0f-4162-87e7-039355b66eb3" providerId="ADAL" clId="{C946DEF8-38A3-4142-A863-351A18411FE6}" dt="2023-03-09T09:54:55.953" v="734" actId="478"/>
          <ac:spMkLst>
            <pc:docMk/>
            <pc:sldMk cId="247086847" sldId="263"/>
            <ac:spMk id="36" creationId="{E472D61E-469C-7F9D-D44E-40F3800788E1}"/>
          </ac:spMkLst>
        </pc:spChg>
        <pc:spChg chg="mod">
          <ac:chgData name="Matthew James" userId="f666f108-8a0f-4162-87e7-039355b66eb3" providerId="ADAL" clId="{C946DEF8-38A3-4142-A863-351A18411FE6}" dt="2023-03-09T10:03:56.176" v="877" actId="1076"/>
          <ac:spMkLst>
            <pc:docMk/>
            <pc:sldMk cId="247086847" sldId="263"/>
            <ac:spMk id="37" creationId="{9161CAFF-B21E-BD0A-CC73-874727255FC8}"/>
          </ac:spMkLst>
        </pc:spChg>
        <pc:spChg chg="add mod">
          <ac:chgData name="Matthew James" userId="f666f108-8a0f-4162-87e7-039355b66eb3" providerId="ADAL" clId="{C946DEF8-38A3-4142-A863-351A18411FE6}" dt="2023-03-09T09:55:58.304" v="775" actId="404"/>
          <ac:spMkLst>
            <pc:docMk/>
            <pc:sldMk cId="247086847" sldId="263"/>
            <ac:spMk id="44" creationId="{6A38D967-ACD1-7A0D-1E1D-F0EE6E931F38}"/>
          </ac:spMkLst>
        </pc:spChg>
        <pc:spChg chg="add mod">
          <ac:chgData name="Matthew James" userId="f666f108-8a0f-4162-87e7-039355b66eb3" providerId="ADAL" clId="{C946DEF8-38A3-4142-A863-351A18411FE6}" dt="2023-03-09T09:56:49.782" v="803" actId="14100"/>
          <ac:spMkLst>
            <pc:docMk/>
            <pc:sldMk cId="247086847" sldId="263"/>
            <ac:spMk id="45" creationId="{8E15E81F-9146-0DF8-D84E-E7286D608E3E}"/>
          </ac:spMkLst>
        </pc:spChg>
        <pc:spChg chg="add mod">
          <ac:chgData name="Matthew James" userId="f666f108-8a0f-4162-87e7-039355b66eb3" providerId="ADAL" clId="{C946DEF8-38A3-4142-A863-351A18411FE6}" dt="2023-03-09T09:57:02.111" v="815" actId="20577"/>
          <ac:spMkLst>
            <pc:docMk/>
            <pc:sldMk cId="247086847" sldId="263"/>
            <ac:spMk id="46" creationId="{25835C6A-6F4F-C94F-7115-C08399C66669}"/>
          </ac:spMkLst>
        </pc:spChg>
        <pc:spChg chg="add mod">
          <ac:chgData name="Matthew James" userId="f666f108-8a0f-4162-87e7-039355b66eb3" providerId="ADAL" clId="{C946DEF8-38A3-4142-A863-351A18411FE6}" dt="2023-03-09T09:59:25.514" v="840" actId="14100"/>
          <ac:spMkLst>
            <pc:docMk/>
            <pc:sldMk cId="247086847" sldId="263"/>
            <ac:spMk id="47" creationId="{C861AE93-DC80-FDB7-038E-4D3E4A6CE062}"/>
          </ac:spMkLst>
        </pc:spChg>
        <pc:spChg chg="add mod">
          <ac:chgData name="Matthew James" userId="f666f108-8a0f-4162-87e7-039355b66eb3" providerId="ADAL" clId="{C946DEF8-38A3-4142-A863-351A18411FE6}" dt="2023-03-09T09:59:37.009" v="866" actId="1076"/>
          <ac:spMkLst>
            <pc:docMk/>
            <pc:sldMk cId="247086847" sldId="263"/>
            <ac:spMk id="48" creationId="{01DF47B2-BF0A-CFD8-D287-AB2EC7F20B7E}"/>
          </ac:spMkLst>
        </pc:spChg>
        <pc:spChg chg="add mod">
          <ac:chgData name="Matthew James" userId="f666f108-8a0f-4162-87e7-039355b66eb3" providerId="ADAL" clId="{C946DEF8-38A3-4142-A863-351A18411FE6}" dt="2023-03-09T10:05:03.681" v="905" actId="207"/>
          <ac:spMkLst>
            <pc:docMk/>
            <pc:sldMk cId="247086847" sldId="263"/>
            <ac:spMk id="49" creationId="{06113BEE-C1D5-1F11-0F90-D0DEBAC5B8AE}"/>
          </ac:spMkLst>
        </pc:spChg>
        <pc:spChg chg="add mod">
          <ac:chgData name="Matthew James" userId="f666f108-8a0f-4162-87e7-039355b66eb3" providerId="ADAL" clId="{C946DEF8-38A3-4142-A863-351A18411FE6}" dt="2023-03-09T10:05:06.241" v="906" actId="207"/>
          <ac:spMkLst>
            <pc:docMk/>
            <pc:sldMk cId="247086847" sldId="263"/>
            <ac:spMk id="50" creationId="{8A2CA333-5990-1F72-509C-030782D71005}"/>
          </ac:spMkLst>
        </pc:spChg>
        <pc:spChg chg="add mod">
          <ac:chgData name="Matthew James" userId="f666f108-8a0f-4162-87e7-039355b66eb3" providerId="ADAL" clId="{C946DEF8-38A3-4142-A863-351A18411FE6}" dt="2023-03-09T10:05:11.081" v="907" actId="207"/>
          <ac:spMkLst>
            <pc:docMk/>
            <pc:sldMk cId="247086847" sldId="263"/>
            <ac:spMk id="51" creationId="{B6FEE940-549D-CC1B-53B7-9A57A9B9A407}"/>
          </ac:spMkLst>
        </pc:spChg>
        <pc:spChg chg="add mod">
          <ac:chgData name="Matthew James" userId="f666f108-8a0f-4162-87e7-039355b66eb3" providerId="ADAL" clId="{C946DEF8-38A3-4142-A863-351A18411FE6}" dt="2023-03-09T10:05:29.095" v="913" actId="1076"/>
          <ac:spMkLst>
            <pc:docMk/>
            <pc:sldMk cId="247086847" sldId="263"/>
            <ac:spMk id="52" creationId="{92E750BB-05DC-55D7-60D2-62E101EE9230}"/>
          </ac:spMkLst>
        </pc:spChg>
        <pc:spChg chg="add mod">
          <ac:chgData name="Matthew James" userId="f666f108-8a0f-4162-87e7-039355b66eb3" providerId="ADAL" clId="{C946DEF8-38A3-4142-A863-351A18411FE6}" dt="2023-03-09T10:05:31.719" v="914" actId="1076"/>
          <ac:spMkLst>
            <pc:docMk/>
            <pc:sldMk cId="247086847" sldId="263"/>
            <ac:spMk id="53" creationId="{C06CF3BE-CF2E-5940-A11A-2B53427C4B75}"/>
          </ac:spMkLst>
        </pc:spChg>
        <pc:spChg chg="add mod">
          <ac:chgData name="Matthew James" userId="f666f108-8a0f-4162-87e7-039355b66eb3" providerId="ADAL" clId="{C946DEF8-38A3-4142-A863-351A18411FE6}" dt="2023-03-09T10:05:33.527" v="915" actId="1076"/>
          <ac:spMkLst>
            <pc:docMk/>
            <pc:sldMk cId="247086847" sldId="263"/>
            <ac:spMk id="54" creationId="{06058004-FE75-C383-C70B-25AB737955A6}"/>
          </ac:spMkLst>
        </pc:spChg>
        <pc:spChg chg="add mod">
          <ac:chgData name="Matthew James" userId="f666f108-8a0f-4162-87e7-039355b66eb3" providerId="ADAL" clId="{C946DEF8-38A3-4142-A863-351A18411FE6}" dt="2023-03-09T10:04:57.108" v="903" actId="207"/>
          <ac:spMkLst>
            <pc:docMk/>
            <pc:sldMk cId="247086847" sldId="263"/>
            <ac:spMk id="55" creationId="{88AE14DA-14D8-7403-E2E8-9CF9710DCA9A}"/>
          </ac:spMkLst>
        </pc:spChg>
        <pc:spChg chg="add mod">
          <ac:chgData name="Matthew James" userId="f666f108-8a0f-4162-87e7-039355b66eb3" providerId="ADAL" clId="{C946DEF8-38A3-4142-A863-351A18411FE6}" dt="2023-03-09T10:04:59.592" v="904" actId="207"/>
          <ac:spMkLst>
            <pc:docMk/>
            <pc:sldMk cId="247086847" sldId="263"/>
            <ac:spMk id="56" creationId="{79193FC8-DB09-7772-95BF-17933AAB1175}"/>
          </ac:spMkLst>
        </pc:spChg>
        <pc:spChg chg="add mod">
          <ac:chgData name="Matthew James" userId="f666f108-8a0f-4162-87e7-039355b66eb3" providerId="ADAL" clId="{C946DEF8-38A3-4142-A863-351A18411FE6}" dt="2023-03-09T10:05:26.136" v="912" actId="1076"/>
          <ac:spMkLst>
            <pc:docMk/>
            <pc:sldMk cId="247086847" sldId="263"/>
            <ac:spMk id="57" creationId="{9C132F4A-5810-181C-2C69-B8FE1FEA970C}"/>
          </ac:spMkLst>
        </pc:spChg>
        <pc:grpChg chg="mod">
          <ac:chgData name="Matthew James" userId="f666f108-8a0f-4162-87e7-039355b66eb3" providerId="ADAL" clId="{C946DEF8-38A3-4142-A863-351A18411FE6}" dt="2023-03-09T09:56:00.551" v="776" actId="1076"/>
          <ac:grpSpMkLst>
            <pc:docMk/>
            <pc:sldMk cId="247086847" sldId="263"/>
            <ac:grpSpMk id="4" creationId="{E9D83371-2268-F9C4-AF1A-47190691B13B}"/>
          </ac:grpSpMkLst>
        </pc:grpChg>
        <pc:cxnChg chg="add mod">
          <ac:chgData name="Matthew James" userId="f666f108-8a0f-4162-87e7-039355b66eb3" providerId="ADAL" clId="{C946DEF8-38A3-4142-A863-351A18411FE6}" dt="2023-03-09T09:54:15.952" v="733" actId="14100"/>
          <ac:cxnSpMkLst>
            <pc:docMk/>
            <pc:sldMk cId="247086847" sldId="263"/>
            <ac:cxnSpMk id="34" creationId="{26F3B881-67A3-E006-D9B7-5BF552F88F1A}"/>
          </ac:cxnSpMkLst>
        </pc:cxnChg>
      </pc:sldChg>
      <pc:sldChg chg="modSp mod">
        <pc:chgData name="Matthew James" userId="f666f108-8a0f-4162-87e7-039355b66eb3" providerId="ADAL" clId="{C946DEF8-38A3-4142-A863-351A18411FE6}" dt="2023-03-09T09:52:14.528" v="724" actId="313"/>
        <pc:sldMkLst>
          <pc:docMk/>
          <pc:sldMk cId="1380186487" sldId="264"/>
        </pc:sldMkLst>
        <pc:spChg chg="mod">
          <ac:chgData name="Matthew James" userId="f666f108-8a0f-4162-87e7-039355b66eb3" providerId="ADAL" clId="{C946DEF8-38A3-4142-A863-351A18411FE6}" dt="2023-03-09T09:52:14.528" v="724" actId="313"/>
          <ac:spMkLst>
            <pc:docMk/>
            <pc:sldMk cId="1380186487" sldId="264"/>
            <ac:spMk id="2" creationId="{72B7089D-88DF-204B-A2F2-3F3481CD7E20}"/>
          </ac:spMkLst>
        </pc:spChg>
      </pc:sldChg>
    </pc:docChg>
  </pc:docChgLst>
  <pc:docChgLst>
    <pc:chgData name="Matthew James" userId="f666f108-8a0f-4162-87e7-039355b66eb3" providerId="ADAL" clId="{4F86F20D-D868-4CCF-A326-E00A87A4DBDB}"/>
    <pc:docChg chg="undo custSel modSld">
      <pc:chgData name="Matthew James" userId="f666f108-8a0f-4162-87e7-039355b66eb3" providerId="ADAL" clId="{4F86F20D-D868-4CCF-A326-E00A87A4DBDB}" dt="2023-03-15T12:08:24.331" v="6" actId="478"/>
      <pc:docMkLst>
        <pc:docMk/>
      </pc:docMkLst>
      <pc:sldChg chg="addSp delSp modSp mod">
        <pc:chgData name="Matthew James" userId="f666f108-8a0f-4162-87e7-039355b66eb3" providerId="ADAL" clId="{4F86F20D-D868-4CCF-A326-E00A87A4DBDB}" dt="2023-03-15T12:08:24.331" v="6" actId="478"/>
        <pc:sldMkLst>
          <pc:docMk/>
          <pc:sldMk cId="247086847" sldId="263"/>
        </pc:sldMkLst>
        <pc:grpChg chg="add del">
          <ac:chgData name="Matthew James" userId="f666f108-8a0f-4162-87e7-039355b66eb3" providerId="ADAL" clId="{4F86F20D-D868-4CCF-A326-E00A87A4DBDB}" dt="2023-03-15T12:03:26.100" v="1" actId="478"/>
          <ac:grpSpMkLst>
            <pc:docMk/>
            <pc:sldMk cId="247086847" sldId="263"/>
            <ac:grpSpMk id="4" creationId="{E9D83371-2268-F9C4-AF1A-47190691B13B}"/>
          </ac:grpSpMkLst>
        </pc:grpChg>
        <pc:picChg chg="add del mod modCrop">
          <ac:chgData name="Matthew James" userId="f666f108-8a0f-4162-87e7-039355b66eb3" providerId="ADAL" clId="{4F86F20D-D868-4CCF-A326-E00A87A4DBDB}" dt="2023-03-15T12:08:24.331" v="6" actId="478"/>
          <ac:picMkLst>
            <pc:docMk/>
            <pc:sldMk cId="247086847" sldId="263"/>
            <ac:picMk id="16" creationId="{06164795-D406-94C2-4094-4DEB7DBC9FF0}"/>
          </ac:picMkLst>
        </pc:picChg>
      </pc:sldChg>
    </pc:docChg>
  </pc:docChgLst>
  <pc:docChgLst>
    <pc:chgData name="Matthew James" userId="f666f108-8a0f-4162-87e7-039355b66eb3" providerId="ADAL" clId="{1535DC00-3863-4F37-9D50-25D48412D2B0}"/>
    <pc:docChg chg="modSld">
      <pc:chgData name="Matthew James" userId="f666f108-8a0f-4162-87e7-039355b66eb3" providerId="ADAL" clId="{1535DC00-3863-4F37-9D50-25D48412D2B0}" dt="2023-03-07T13:11:37.270" v="19" actId="1076"/>
      <pc:docMkLst>
        <pc:docMk/>
      </pc:docMkLst>
      <pc:sldChg chg="modSp mod">
        <pc:chgData name="Matthew James" userId="f666f108-8a0f-4162-87e7-039355b66eb3" providerId="ADAL" clId="{1535DC00-3863-4F37-9D50-25D48412D2B0}" dt="2023-03-07T13:11:37.270" v="19" actId="1076"/>
        <pc:sldMkLst>
          <pc:docMk/>
          <pc:sldMk cId="247086847" sldId="263"/>
        </pc:sldMkLst>
        <pc:spChg chg="mod">
          <ac:chgData name="Matthew James" userId="f666f108-8a0f-4162-87e7-039355b66eb3" providerId="ADAL" clId="{1535DC00-3863-4F37-9D50-25D48412D2B0}" dt="2023-03-07T13:11:32.783" v="17" actId="1076"/>
          <ac:spMkLst>
            <pc:docMk/>
            <pc:sldMk cId="247086847" sldId="263"/>
            <ac:spMk id="29" creationId="{FC0018C6-3424-6DF0-3D05-DD40D5EC9D54}"/>
          </ac:spMkLst>
        </pc:spChg>
        <pc:spChg chg="mod">
          <ac:chgData name="Matthew James" userId="f666f108-8a0f-4162-87e7-039355b66eb3" providerId="ADAL" clId="{1535DC00-3863-4F37-9D50-25D48412D2B0}" dt="2023-03-07T13:10:54.027" v="2" actId="1076"/>
          <ac:spMkLst>
            <pc:docMk/>
            <pc:sldMk cId="247086847" sldId="263"/>
            <ac:spMk id="31" creationId="{39F3C527-4429-01CA-F6BB-226E4EAE31D6}"/>
          </ac:spMkLst>
        </pc:spChg>
        <pc:spChg chg="mod">
          <ac:chgData name="Matthew James" userId="f666f108-8a0f-4162-87e7-039355b66eb3" providerId="ADAL" clId="{1535DC00-3863-4F37-9D50-25D48412D2B0}" dt="2023-03-07T13:11:35.783" v="18" actId="1076"/>
          <ac:spMkLst>
            <pc:docMk/>
            <pc:sldMk cId="247086847" sldId="263"/>
            <ac:spMk id="32" creationId="{1BF430C7-0C0C-DD4E-262B-38030C8AEDF3}"/>
          </ac:spMkLst>
        </pc:spChg>
        <pc:spChg chg="mod">
          <ac:chgData name="Matthew James" userId="f666f108-8a0f-4162-87e7-039355b66eb3" providerId="ADAL" clId="{1535DC00-3863-4F37-9D50-25D48412D2B0}" dt="2023-03-07T13:11:37.270" v="19" actId="1076"/>
          <ac:spMkLst>
            <pc:docMk/>
            <pc:sldMk cId="247086847" sldId="263"/>
            <ac:spMk id="35" creationId="{7A0B77FA-D4A6-8608-ED5D-62D674D6342F}"/>
          </ac:spMkLst>
        </pc:spChg>
      </pc:sldChg>
    </pc:docChg>
  </pc:docChgLst>
  <pc:docChgLst>
    <pc:chgData name="Matthew James" userId="f666f108-8a0f-4162-87e7-039355b66eb3" providerId="ADAL" clId="{BFD9B7FD-4FE1-43E0-8F94-B546932335AD}"/>
    <pc:docChg chg="undo custSel modSld">
      <pc:chgData name="Matthew James" userId="f666f108-8a0f-4162-87e7-039355b66eb3" providerId="ADAL" clId="{BFD9B7FD-4FE1-43E0-8F94-B546932335AD}" dt="2023-03-13T14:03:38" v="1169" actId="14100"/>
      <pc:docMkLst>
        <pc:docMk/>
      </pc:docMkLst>
      <pc:sldChg chg="addSp delSp modSp mod">
        <pc:chgData name="Matthew James" userId="f666f108-8a0f-4162-87e7-039355b66eb3" providerId="ADAL" clId="{BFD9B7FD-4FE1-43E0-8F94-B546932335AD}" dt="2023-03-13T14:01:08.777" v="1162" actId="478"/>
        <pc:sldMkLst>
          <pc:docMk/>
          <pc:sldMk cId="1851223333" sldId="260"/>
        </pc:sldMkLst>
        <pc:spChg chg="add mod">
          <ac:chgData name="Matthew James" userId="f666f108-8a0f-4162-87e7-039355b66eb3" providerId="ADAL" clId="{BFD9B7FD-4FE1-43E0-8F94-B546932335AD}" dt="2023-03-13T13:12:59.211" v="64" actId="14100"/>
          <ac:spMkLst>
            <pc:docMk/>
            <pc:sldMk cId="1851223333" sldId="260"/>
            <ac:spMk id="8" creationId="{7E8565C6-2D4A-1002-67C7-EED065577F6F}"/>
          </ac:spMkLst>
        </pc:spChg>
        <pc:spChg chg="add mod">
          <ac:chgData name="Matthew James" userId="f666f108-8a0f-4162-87e7-039355b66eb3" providerId="ADAL" clId="{BFD9B7FD-4FE1-43E0-8F94-B546932335AD}" dt="2023-03-13T13:47:31.190" v="881" actId="1076"/>
          <ac:spMkLst>
            <pc:docMk/>
            <pc:sldMk cId="1851223333" sldId="260"/>
            <ac:spMk id="16" creationId="{FEA5AA84-5AA2-17C5-A900-CA4A78D83920}"/>
          </ac:spMkLst>
        </pc:spChg>
        <pc:spChg chg="add mod">
          <ac:chgData name="Matthew James" userId="f666f108-8a0f-4162-87e7-039355b66eb3" providerId="ADAL" clId="{BFD9B7FD-4FE1-43E0-8F94-B546932335AD}" dt="2023-03-13T13:44:16.069" v="834" actId="1076"/>
          <ac:spMkLst>
            <pc:docMk/>
            <pc:sldMk cId="1851223333" sldId="260"/>
            <ac:spMk id="17" creationId="{5CE6C04A-C1E6-96AA-CF3D-13CDA2715B2F}"/>
          </ac:spMkLst>
        </pc:spChg>
        <pc:spChg chg="add del mod">
          <ac:chgData name="Matthew James" userId="f666f108-8a0f-4162-87e7-039355b66eb3" providerId="ADAL" clId="{BFD9B7FD-4FE1-43E0-8F94-B546932335AD}" dt="2023-03-13T14:00:31.123" v="1122" actId="478"/>
          <ac:spMkLst>
            <pc:docMk/>
            <pc:sldMk cId="1851223333" sldId="260"/>
            <ac:spMk id="32" creationId="{24D250E6-AD14-0A03-3514-E3E53BE20A4A}"/>
          </ac:spMkLst>
        </pc:spChg>
        <pc:spChg chg="add del mod">
          <ac:chgData name="Matthew James" userId="f666f108-8a0f-4162-87e7-039355b66eb3" providerId="ADAL" clId="{BFD9B7FD-4FE1-43E0-8F94-B546932335AD}" dt="2023-03-13T14:00:30.012" v="1121" actId="478"/>
          <ac:spMkLst>
            <pc:docMk/>
            <pc:sldMk cId="1851223333" sldId="260"/>
            <ac:spMk id="33" creationId="{5EC6BE3B-A09E-5094-F10F-DB287CF698DD}"/>
          </ac:spMkLst>
        </pc:spChg>
        <pc:spChg chg="add del mod">
          <ac:chgData name="Matthew James" userId="f666f108-8a0f-4162-87e7-039355b66eb3" providerId="ADAL" clId="{BFD9B7FD-4FE1-43E0-8F94-B546932335AD}" dt="2023-03-13T14:00:32.643" v="1123" actId="478"/>
          <ac:spMkLst>
            <pc:docMk/>
            <pc:sldMk cId="1851223333" sldId="260"/>
            <ac:spMk id="34" creationId="{E22EC579-AE1F-8C95-42B4-4584759BF121}"/>
          </ac:spMkLst>
        </pc:spChg>
        <pc:spChg chg="add mod">
          <ac:chgData name="Matthew James" userId="f666f108-8a0f-4162-87e7-039355b66eb3" providerId="ADAL" clId="{BFD9B7FD-4FE1-43E0-8F94-B546932335AD}" dt="2023-03-13T13:58:13.164" v="1060" actId="1076"/>
          <ac:spMkLst>
            <pc:docMk/>
            <pc:sldMk cId="1851223333" sldId="260"/>
            <ac:spMk id="35" creationId="{79880F51-A364-3055-A860-20A9E80B5B88}"/>
          </ac:spMkLst>
        </pc:spChg>
        <pc:spChg chg="add mod">
          <ac:chgData name="Matthew James" userId="f666f108-8a0f-4162-87e7-039355b66eb3" providerId="ADAL" clId="{BFD9B7FD-4FE1-43E0-8F94-B546932335AD}" dt="2023-03-13T13:48:45.293" v="917" actId="14100"/>
          <ac:spMkLst>
            <pc:docMk/>
            <pc:sldMk cId="1851223333" sldId="260"/>
            <ac:spMk id="36" creationId="{33E4469C-B1CA-0A45-5726-0F9688E268C5}"/>
          </ac:spMkLst>
        </pc:spChg>
        <pc:spChg chg="add mod">
          <ac:chgData name="Matthew James" userId="f666f108-8a0f-4162-87e7-039355b66eb3" providerId="ADAL" clId="{BFD9B7FD-4FE1-43E0-8F94-B546932335AD}" dt="2023-03-13T13:56:09.246" v="1010" actId="14100"/>
          <ac:spMkLst>
            <pc:docMk/>
            <pc:sldMk cId="1851223333" sldId="260"/>
            <ac:spMk id="37" creationId="{38DFB40B-323C-6AEC-E51E-18EC382C031B}"/>
          </ac:spMkLst>
        </pc:spChg>
        <pc:spChg chg="add mod">
          <ac:chgData name="Matthew James" userId="f666f108-8a0f-4162-87e7-039355b66eb3" providerId="ADAL" clId="{BFD9B7FD-4FE1-43E0-8F94-B546932335AD}" dt="2023-03-13T13:55:54.701" v="991" actId="1076"/>
          <ac:spMkLst>
            <pc:docMk/>
            <pc:sldMk cId="1851223333" sldId="260"/>
            <ac:spMk id="38" creationId="{C79C4652-C624-A089-A008-E37304CFDA24}"/>
          </ac:spMkLst>
        </pc:spChg>
        <pc:spChg chg="add del mod">
          <ac:chgData name="Matthew James" userId="f666f108-8a0f-4162-87e7-039355b66eb3" providerId="ADAL" clId="{BFD9B7FD-4FE1-43E0-8F94-B546932335AD}" dt="2023-03-13T13:55:39.086" v="967" actId="478"/>
          <ac:spMkLst>
            <pc:docMk/>
            <pc:sldMk cId="1851223333" sldId="260"/>
            <ac:spMk id="43" creationId="{D282DE18-5D3B-A240-EDCB-BBE271C43800}"/>
          </ac:spMkLst>
        </pc:spChg>
        <pc:spChg chg="add del mod">
          <ac:chgData name="Matthew James" userId="f666f108-8a0f-4162-87e7-039355b66eb3" providerId="ADAL" clId="{BFD9B7FD-4FE1-43E0-8F94-B546932335AD}" dt="2023-03-13T13:58:01.462" v="1043" actId="478"/>
          <ac:spMkLst>
            <pc:docMk/>
            <pc:sldMk cId="1851223333" sldId="260"/>
            <ac:spMk id="49" creationId="{50FFE5C4-61EF-751B-60BE-7E05BFE413A3}"/>
          </ac:spMkLst>
        </pc:spChg>
        <pc:spChg chg="add del mod">
          <ac:chgData name="Matthew James" userId="f666f108-8a0f-4162-87e7-039355b66eb3" providerId="ADAL" clId="{BFD9B7FD-4FE1-43E0-8F94-B546932335AD}" dt="2023-03-13T14:00:54.002" v="1142" actId="478"/>
          <ac:spMkLst>
            <pc:docMk/>
            <pc:sldMk cId="1851223333" sldId="260"/>
            <ac:spMk id="62" creationId="{D4AC2EF0-AD4E-2C41-0223-FC249A89542E}"/>
          </ac:spMkLst>
        </pc:spChg>
        <pc:spChg chg="add del mod">
          <ac:chgData name="Matthew James" userId="f666f108-8a0f-4162-87e7-039355b66eb3" providerId="ADAL" clId="{BFD9B7FD-4FE1-43E0-8F94-B546932335AD}" dt="2023-03-13T14:00:50.251" v="1140" actId="478"/>
          <ac:spMkLst>
            <pc:docMk/>
            <pc:sldMk cId="1851223333" sldId="260"/>
            <ac:spMk id="63" creationId="{68861518-36DE-51AA-63AF-7085EC1A9B1C}"/>
          </ac:spMkLst>
        </pc:spChg>
        <pc:spChg chg="add del mod">
          <ac:chgData name="Matthew James" userId="f666f108-8a0f-4162-87e7-039355b66eb3" providerId="ADAL" clId="{BFD9B7FD-4FE1-43E0-8F94-B546932335AD}" dt="2023-03-13T14:00:49.419" v="1139" actId="478"/>
          <ac:spMkLst>
            <pc:docMk/>
            <pc:sldMk cId="1851223333" sldId="260"/>
            <ac:spMk id="2048" creationId="{5D107EB0-A1CD-CF8C-0F31-BAD568255152}"/>
          </ac:spMkLst>
        </pc:spChg>
        <pc:spChg chg="add mod">
          <ac:chgData name="Matthew James" userId="f666f108-8a0f-4162-87e7-039355b66eb3" providerId="ADAL" clId="{BFD9B7FD-4FE1-43E0-8F94-B546932335AD}" dt="2023-03-13T14:00:52.107" v="1141"/>
          <ac:spMkLst>
            <pc:docMk/>
            <pc:sldMk cId="1851223333" sldId="260"/>
            <ac:spMk id="2073" creationId="{85C4ECCD-C412-388E-03EC-1BFEFA161B41}"/>
          </ac:spMkLst>
        </pc:spChg>
        <pc:spChg chg="add mod">
          <ac:chgData name="Matthew James" userId="f666f108-8a0f-4162-87e7-039355b66eb3" providerId="ADAL" clId="{BFD9B7FD-4FE1-43E0-8F94-B546932335AD}" dt="2023-03-13T14:00:56.555" v="1143"/>
          <ac:spMkLst>
            <pc:docMk/>
            <pc:sldMk cId="1851223333" sldId="260"/>
            <ac:spMk id="2074" creationId="{5A29E713-741B-9C27-854D-6A96F525FFD1}"/>
          </ac:spMkLst>
        </pc:spChg>
        <pc:spChg chg="add mod">
          <ac:chgData name="Matthew James" userId="f666f108-8a0f-4162-87e7-039355b66eb3" providerId="ADAL" clId="{BFD9B7FD-4FE1-43E0-8F94-B546932335AD}" dt="2023-03-13T14:00:56.724" v="1144"/>
          <ac:spMkLst>
            <pc:docMk/>
            <pc:sldMk cId="1851223333" sldId="260"/>
            <ac:spMk id="2075" creationId="{93FBAD8D-2DCE-C164-F538-F2D9F991057C}"/>
          </ac:spMkLst>
        </pc:spChg>
        <pc:spChg chg="add mod">
          <ac:chgData name="Matthew James" userId="f666f108-8a0f-4162-87e7-039355b66eb3" providerId="ADAL" clId="{BFD9B7FD-4FE1-43E0-8F94-B546932335AD}" dt="2023-03-13T14:00:56.897" v="1145"/>
          <ac:spMkLst>
            <pc:docMk/>
            <pc:sldMk cId="1851223333" sldId="260"/>
            <ac:spMk id="2076" creationId="{3668E34E-9E56-22EE-26CB-EA8463FFFD2F}"/>
          </ac:spMkLst>
        </pc:spChg>
        <pc:spChg chg="add mod">
          <ac:chgData name="Matthew James" userId="f666f108-8a0f-4162-87e7-039355b66eb3" providerId="ADAL" clId="{BFD9B7FD-4FE1-43E0-8F94-B546932335AD}" dt="2023-03-13T14:00:57.018" v="1146"/>
          <ac:spMkLst>
            <pc:docMk/>
            <pc:sldMk cId="1851223333" sldId="260"/>
            <ac:spMk id="2077" creationId="{6CECF2CE-D463-B1CF-6CE6-311B8193092C}"/>
          </ac:spMkLst>
        </pc:spChg>
        <pc:spChg chg="add mod">
          <ac:chgData name="Matthew James" userId="f666f108-8a0f-4162-87e7-039355b66eb3" providerId="ADAL" clId="{BFD9B7FD-4FE1-43E0-8F94-B546932335AD}" dt="2023-03-13T14:00:57.156" v="1147"/>
          <ac:spMkLst>
            <pc:docMk/>
            <pc:sldMk cId="1851223333" sldId="260"/>
            <ac:spMk id="2078" creationId="{8A5A1F66-E35E-C607-F19B-8D5AAFD89DD4}"/>
          </ac:spMkLst>
        </pc:spChg>
        <pc:spChg chg="add mod">
          <ac:chgData name="Matthew James" userId="f666f108-8a0f-4162-87e7-039355b66eb3" providerId="ADAL" clId="{BFD9B7FD-4FE1-43E0-8F94-B546932335AD}" dt="2023-03-13T14:00:57.298" v="1148"/>
          <ac:spMkLst>
            <pc:docMk/>
            <pc:sldMk cId="1851223333" sldId="260"/>
            <ac:spMk id="2079" creationId="{11B8C66C-6DF8-0C55-CF5D-5114D6AF3DF5}"/>
          </ac:spMkLst>
        </pc:spChg>
        <pc:spChg chg="add mod">
          <ac:chgData name="Matthew James" userId="f666f108-8a0f-4162-87e7-039355b66eb3" providerId="ADAL" clId="{BFD9B7FD-4FE1-43E0-8F94-B546932335AD}" dt="2023-03-13T14:00:57.425" v="1149"/>
          <ac:spMkLst>
            <pc:docMk/>
            <pc:sldMk cId="1851223333" sldId="260"/>
            <ac:spMk id="2080" creationId="{25CF78CE-F51A-D4F4-F093-657FBBD40DB3}"/>
          </ac:spMkLst>
        </pc:spChg>
        <pc:spChg chg="add mod">
          <ac:chgData name="Matthew James" userId="f666f108-8a0f-4162-87e7-039355b66eb3" providerId="ADAL" clId="{BFD9B7FD-4FE1-43E0-8F94-B546932335AD}" dt="2023-03-13T14:00:57.562" v="1150"/>
          <ac:spMkLst>
            <pc:docMk/>
            <pc:sldMk cId="1851223333" sldId="260"/>
            <ac:spMk id="2081" creationId="{DAE176B9-316F-A3A6-5144-58F6C6B33DB1}"/>
          </ac:spMkLst>
        </pc:spChg>
        <pc:spChg chg="add mod">
          <ac:chgData name="Matthew James" userId="f666f108-8a0f-4162-87e7-039355b66eb3" providerId="ADAL" clId="{BFD9B7FD-4FE1-43E0-8F94-B546932335AD}" dt="2023-03-13T14:00:57.706" v="1151"/>
          <ac:spMkLst>
            <pc:docMk/>
            <pc:sldMk cId="1851223333" sldId="260"/>
            <ac:spMk id="2082" creationId="{7453B24C-83C3-A859-050E-ACC2E452E4A8}"/>
          </ac:spMkLst>
        </pc:spChg>
        <pc:spChg chg="add mod">
          <ac:chgData name="Matthew James" userId="f666f108-8a0f-4162-87e7-039355b66eb3" providerId="ADAL" clId="{BFD9B7FD-4FE1-43E0-8F94-B546932335AD}" dt="2023-03-13T14:00:57.883" v="1152"/>
          <ac:spMkLst>
            <pc:docMk/>
            <pc:sldMk cId="1851223333" sldId="260"/>
            <ac:spMk id="2083" creationId="{6C57E32E-95D9-70E0-2DD2-3D477C342154}"/>
          </ac:spMkLst>
        </pc:spChg>
        <pc:picChg chg="add mod">
          <ac:chgData name="Matthew James" userId="f666f108-8a0f-4162-87e7-039355b66eb3" providerId="ADAL" clId="{BFD9B7FD-4FE1-43E0-8F94-B546932335AD}" dt="2023-03-13T13:11:53.669" v="24" actId="1076"/>
          <ac:picMkLst>
            <pc:docMk/>
            <pc:sldMk cId="1851223333" sldId="260"/>
            <ac:picMk id="3" creationId="{DB666918-6633-009D-4DAF-480F27039C2D}"/>
          </ac:picMkLst>
        </pc:picChg>
        <pc:picChg chg="mod">
          <ac:chgData name="Matthew James" userId="f666f108-8a0f-4162-87e7-039355b66eb3" providerId="ADAL" clId="{BFD9B7FD-4FE1-43E0-8F94-B546932335AD}" dt="2023-03-13T13:41:22.785" v="818" actId="14100"/>
          <ac:picMkLst>
            <pc:docMk/>
            <pc:sldMk cId="1851223333" sldId="260"/>
            <ac:picMk id="4" creationId="{AD8C372E-EE9A-E1E8-7981-1F875B9448C8}"/>
          </ac:picMkLst>
        </pc:picChg>
        <pc:picChg chg="add mod">
          <ac:chgData name="Matthew James" userId="f666f108-8a0f-4162-87e7-039355b66eb3" providerId="ADAL" clId="{BFD9B7FD-4FE1-43E0-8F94-B546932335AD}" dt="2023-03-13T13:11:53.669" v="24" actId="1076"/>
          <ac:picMkLst>
            <pc:docMk/>
            <pc:sldMk cId="1851223333" sldId="260"/>
            <ac:picMk id="5" creationId="{E99E5EAF-4270-B109-F84C-EAD84C247EF9}"/>
          </ac:picMkLst>
        </pc:picChg>
        <pc:picChg chg="add mod">
          <ac:chgData name="Matthew James" userId="f666f108-8a0f-4162-87e7-039355b66eb3" providerId="ADAL" clId="{BFD9B7FD-4FE1-43E0-8F94-B546932335AD}" dt="2023-03-13T13:12:09.048" v="31" actId="1076"/>
          <ac:picMkLst>
            <pc:docMk/>
            <pc:sldMk cId="1851223333" sldId="260"/>
            <ac:picMk id="6" creationId="{0A6789BA-9E6C-A7DB-D6D3-145EA037F6D7}"/>
          </ac:picMkLst>
        </pc:picChg>
        <pc:picChg chg="add mod">
          <ac:chgData name="Matthew James" userId="f666f108-8a0f-4162-87e7-039355b66eb3" providerId="ADAL" clId="{BFD9B7FD-4FE1-43E0-8F94-B546932335AD}" dt="2023-03-13T13:12:06.599" v="30" actId="1076"/>
          <ac:picMkLst>
            <pc:docMk/>
            <pc:sldMk cId="1851223333" sldId="260"/>
            <ac:picMk id="7" creationId="{83A9B67D-C35F-F721-59D5-9963F2CC57CE}"/>
          </ac:picMkLst>
        </pc:picChg>
        <pc:picChg chg="add mod">
          <ac:chgData name="Matthew James" userId="f666f108-8a0f-4162-87e7-039355b66eb3" providerId="ADAL" clId="{BFD9B7FD-4FE1-43E0-8F94-B546932335AD}" dt="2023-03-13T13:41:25.633" v="819" actId="14100"/>
          <ac:picMkLst>
            <pc:docMk/>
            <pc:sldMk cId="1851223333" sldId="260"/>
            <ac:picMk id="9" creationId="{8D6DBBDE-A96D-D541-4DC5-AA4381785558}"/>
          </ac:picMkLst>
        </pc:picChg>
        <pc:picChg chg="add del mod">
          <ac:chgData name="Matthew James" userId="f666f108-8a0f-4162-87e7-039355b66eb3" providerId="ADAL" clId="{BFD9B7FD-4FE1-43E0-8F94-B546932335AD}" dt="2023-03-13T13:23:35.220" v="82" actId="478"/>
          <ac:picMkLst>
            <pc:docMk/>
            <pc:sldMk cId="1851223333" sldId="260"/>
            <ac:picMk id="10" creationId="{61DBDA0C-26B3-9FD8-C318-9D9C24E469AD}"/>
          </ac:picMkLst>
        </pc:picChg>
        <pc:picChg chg="add del mod">
          <ac:chgData name="Matthew James" userId="f666f108-8a0f-4162-87e7-039355b66eb3" providerId="ADAL" clId="{BFD9B7FD-4FE1-43E0-8F94-B546932335AD}" dt="2023-03-13T13:23:35.659" v="83" actId="478"/>
          <ac:picMkLst>
            <pc:docMk/>
            <pc:sldMk cId="1851223333" sldId="260"/>
            <ac:picMk id="11" creationId="{1232694C-D4DE-3BCE-9087-E25085573FB1}"/>
          </ac:picMkLst>
        </pc:picChg>
        <pc:picChg chg="add mod">
          <ac:chgData name="Matthew James" userId="f666f108-8a0f-4162-87e7-039355b66eb3" providerId="ADAL" clId="{BFD9B7FD-4FE1-43E0-8F94-B546932335AD}" dt="2023-03-13T13:57:32.645" v="1017" actId="1076"/>
          <ac:picMkLst>
            <pc:docMk/>
            <pc:sldMk cId="1851223333" sldId="260"/>
            <ac:picMk id="20" creationId="{B4FD056C-A6CF-A3D9-D685-FA56FA307017}"/>
          </ac:picMkLst>
        </pc:picChg>
        <pc:picChg chg="add mod">
          <ac:chgData name="Matthew James" userId="f666f108-8a0f-4162-87e7-039355b66eb3" providerId="ADAL" clId="{BFD9B7FD-4FE1-43E0-8F94-B546932335AD}" dt="2023-03-13T13:44:26.074" v="838" actId="1076"/>
          <ac:picMkLst>
            <pc:docMk/>
            <pc:sldMk cId="1851223333" sldId="260"/>
            <ac:picMk id="21" creationId="{08079BDF-EDFA-526E-A6C7-E2C0FC5FB781}"/>
          </ac:picMkLst>
        </pc:picChg>
        <pc:picChg chg="add mod">
          <ac:chgData name="Matthew James" userId="f666f108-8a0f-4162-87e7-039355b66eb3" providerId="ADAL" clId="{BFD9B7FD-4FE1-43E0-8F94-B546932335AD}" dt="2023-03-13T13:44:28.923" v="842" actId="1076"/>
          <ac:picMkLst>
            <pc:docMk/>
            <pc:sldMk cId="1851223333" sldId="260"/>
            <ac:picMk id="22" creationId="{E22090D7-2A89-5354-0178-02CE506F19EE}"/>
          </ac:picMkLst>
        </pc:picChg>
        <pc:picChg chg="add mod">
          <ac:chgData name="Matthew James" userId="f666f108-8a0f-4162-87e7-039355b66eb3" providerId="ADAL" clId="{BFD9B7FD-4FE1-43E0-8F94-B546932335AD}" dt="2023-03-13T13:56:12.445" v="1011" actId="14100"/>
          <ac:picMkLst>
            <pc:docMk/>
            <pc:sldMk cId="1851223333" sldId="260"/>
            <ac:picMk id="23" creationId="{25618DBE-B9D6-59B7-E3FC-B708C4135816}"/>
          </ac:picMkLst>
        </pc:picChg>
        <pc:picChg chg="add mod">
          <ac:chgData name="Matthew James" userId="f666f108-8a0f-4162-87e7-039355b66eb3" providerId="ADAL" clId="{BFD9B7FD-4FE1-43E0-8F94-B546932335AD}" dt="2023-03-13T13:55:56.575" v="992" actId="14100"/>
          <ac:picMkLst>
            <pc:docMk/>
            <pc:sldMk cId="1851223333" sldId="260"/>
            <ac:picMk id="24" creationId="{3A2D918D-C31D-942F-80C4-057906DC24BF}"/>
          </ac:picMkLst>
        </pc:picChg>
        <pc:picChg chg="add mod">
          <ac:chgData name="Matthew James" userId="f666f108-8a0f-4162-87e7-039355b66eb3" providerId="ADAL" clId="{BFD9B7FD-4FE1-43E0-8F94-B546932335AD}" dt="2023-03-13T13:48:38.100" v="915" actId="14100"/>
          <ac:picMkLst>
            <pc:docMk/>
            <pc:sldMk cId="1851223333" sldId="260"/>
            <ac:picMk id="25" creationId="{EBB03EC5-F469-FF50-D451-F07C603678F2}"/>
          </ac:picMkLst>
        </pc:picChg>
        <pc:picChg chg="add del mod">
          <ac:chgData name="Matthew James" userId="f666f108-8a0f-4162-87e7-039355b66eb3" providerId="ADAL" clId="{BFD9B7FD-4FE1-43E0-8F94-B546932335AD}" dt="2023-03-13T13:48:10.662" v="894"/>
          <ac:picMkLst>
            <pc:docMk/>
            <pc:sldMk cId="1851223333" sldId="260"/>
            <ac:picMk id="39" creationId="{BD293803-3F14-72E7-0E38-F8669E4AA62B}"/>
          </ac:picMkLst>
        </pc:picChg>
        <pc:picChg chg="add del mod">
          <ac:chgData name="Matthew James" userId="f666f108-8a0f-4162-87e7-039355b66eb3" providerId="ADAL" clId="{BFD9B7FD-4FE1-43E0-8F94-B546932335AD}" dt="2023-03-13T13:48:10.366" v="893"/>
          <ac:picMkLst>
            <pc:docMk/>
            <pc:sldMk cId="1851223333" sldId="260"/>
            <ac:picMk id="40" creationId="{EF5468FD-8F01-2364-C6E2-81F2165222FF}"/>
          </ac:picMkLst>
        </pc:picChg>
        <pc:picChg chg="add mod">
          <ac:chgData name="Matthew James" userId="f666f108-8a0f-4162-87e7-039355b66eb3" providerId="ADAL" clId="{BFD9B7FD-4FE1-43E0-8F94-B546932335AD}" dt="2023-03-13T13:54:34.300" v="927" actId="688"/>
          <ac:picMkLst>
            <pc:docMk/>
            <pc:sldMk cId="1851223333" sldId="260"/>
            <ac:picMk id="41" creationId="{B445DBCD-0368-0F28-8150-7070F94A7231}"/>
          </ac:picMkLst>
        </pc:picChg>
        <pc:picChg chg="add mod">
          <ac:chgData name="Matthew James" userId="f666f108-8a0f-4162-87e7-039355b66eb3" providerId="ADAL" clId="{BFD9B7FD-4FE1-43E0-8F94-B546932335AD}" dt="2023-03-13T13:58:22.924" v="1063" actId="1076"/>
          <ac:picMkLst>
            <pc:docMk/>
            <pc:sldMk cId="1851223333" sldId="260"/>
            <ac:picMk id="42" creationId="{52C2BD51-B999-BC23-2440-CD3D7E1D3DD8}"/>
          </ac:picMkLst>
        </pc:picChg>
        <pc:picChg chg="add mod">
          <ac:chgData name="Matthew James" userId="f666f108-8a0f-4162-87e7-039355b66eb3" providerId="ADAL" clId="{BFD9B7FD-4FE1-43E0-8F94-B546932335AD}" dt="2023-03-13T13:58:21.340" v="1062" actId="1076"/>
          <ac:picMkLst>
            <pc:docMk/>
            <pc:sldMk cId="1851223333" sldId="260"/>
            <ac:picMk id="50" creationId="{00FFA32F-0A84-1483-29F2-7874DEC1CC0D}"/>
          </ac:picMkLst>
        </pc:picChg>
        <pc:picChg chg="add mod">
          <ac:chgData name="Matthew James" userId="f666f108-8a0f-4162-87e7-039355b66eb3" providerId="ADAL" clId="{BFD9B7FD-4FE1-43E0-8F94-B546932335AD}" dt="2023-03-13T14:00:16.655" v="1115" actId="1076"/>
          <ac:picMkLst>
            <pc:docMk/>
            <pc:sldMk cId="1851223333" sldId="260"/>
            <ac:picMk id="51" creationId="{BC05AB5F-4252-DB66-65D9-DC07DD40CF16}"/>
          </ac:picMkLst>
        </pc:picChg>
        <pc:picChg chg="add mod">
          <ac:chgData name="Matthew James" userId="f666f108-8a0f-4162-87e7-039355b66eb3" providerId="ADAL" clId="{BFD9B7FD-4FE1-43E0-8F94-B546932335AD}" dt="2023-03-13T14:00:05.858" v="1110" actId="14100"/>
          <ac:picMkLst>
            <pc:docMk/>
            <pc:sldMk cId="1851223333" sldId="260"/>
            <ac:picMk id="52" creationId="{2D7DA7F7-1045-741C-6020-BFEF7A7F5664}"/>
          </ac:picMkLst>
        </pc:picChg>
        <pc:picChg chg="add mod">
          <ac:chgData name="Matthew James" userId="f666f108-8a0f-4162-87e7-039355b66eb3" providerId="ADAL" clId="{BFD9B7FD-4FE1-43E0-8F94-B546932335AD}" dt="2023-03-13T13:58:28.973" v="1067"/>
          <ac:picMkLst>
            <pc:docMk/>
            <pc:sldMk cId="1851223333" sldId="260"/>
            <ac:picMk id="53" creationId="{9AF1A3F9-75E8-ED5F-5B40-977C419F581B}"/>
          </ac:picMkLst>
        </pc:picChg>
        <pc:picChg chg="add mod">
          <ac:chgData name="Matthew James" userId="f666f108-8a0f-4162-87e7-039355b66eb3" providerId="ADAL" clId="{BFD9B7FD-4FE1-43E0-8F94-B546932335AD}" dt="2023-03-13T13:58:29.246" v="1068"/>
          <ac:picMkLst>
            <pc:docMk/>
            <pc:sldMk cId="1851223333" sldId="260"/>
            <ac:picMk id="54" creationId="{0E478BCE-58ED-3483-998A-159203DA766B}"/>
          </ac:picMkLst>
        </pc:picChg>
        <pc:picChg chg="add mod">
          <ac:chgData name="Matthew James" userId="f666f108-8a0f-4162-87e7-039355b66eb3" providerId="ADAL" clId="{BFD9B7FD-4FE1-43E0-8F94-B546932335AD}" dt="2023-03-13T13:58:29.541" v="1069"/>
          <ac:picMkLst>
            <pc:docMk/>
            <pc:sldMk cId="1851223333" sldId="260"/>
            <ac:picMk id="55" creationId="{4C9FE3CF-3045-E208-D6D3-B5A0E84DD2C8}"/>
          </ac:picMkLst>
        </pc:picChg>
        <pc:picChg chg="add mod">
          <ac:chgData name="Matthew James" userId="f666f108-8a0f-4162-87e7-039355b66eb3" providerId="ADAL" clId="{BFD9B7FD-4FE1-43E0-8F94-B546932335AD}" dt="2023-03-13T14:00:11.867" v="1112" actId="14100"/>
          <ac:picMkLst>
            <pc:docMk/>
            <pc:sldMk cId="1851223333" sldId="260"/>
            <ac:picMk id="56" creationId="{48549411-9955-8687-A1A5-11BA43A83EF2}"/>
          </ac:picMkLst>
        </pc:picChg>
        <pc:picChg chg="add mod">
          <ac:chgData name="Matthew James" userId="f666f108-8a0f-4162-87e7-039355b66eb3" providerId="ADAL" clId="{BFD9B7FD-4FE1-43E0-8F94-B546932335AD}" dt="2023-03-13T13:59:54.778" v="1104" actId="1076"/>
          <ac:picMkLst>
            <pc:docMk/>
            <pc:sldMk cId="1851223333" sldId="260"/>
            <ac:picMk id="57" creationId="{8212575A-8F3C-91EC-DE12-DD01E09CF2C2}"/>
          </ac:picMkLst>
        </pc:picChg>
        <pc:picChg chg="add mod">
          <ac:chgData name="Matthew James" userId="f666f108-8a0f-4162-87e7-039355b66eb3" providerId="ADAL" clId="{BFD9B7FD-4FE1-43E0-8F94-B546932335AD}" dt="2023-03-13T13:59:39.275" v="1099" actId="1076"/>
          <ac:picMkLst>
            <pc:docMk/>
            <pc:sldMk cId="1851223333" sldId="260"/>
            <ac:picMk id="58" creationId="{DF9406BE-CBCA-A72B-DA92-C74ADF75469A}"/>
          </ac:picMkLst>
        </pc:picChg>
        <pc:picChg chg="add mod">
          <ac:chgData name="Matthew James" userId="f666f108-8a0f-4162-87e7-039355b66eb3" providerId="ADAL" clId="{BFD9B7FD-4FE1-43E0-8F94-B546932335AD}" dt="2023-03-13T13:59:35.986" v="1098" actId="1076"/>
          <ac:picMkLst>
            <pc:docMk/>
            <pc:sldMk cId="1851223333" sldId="260"/>
            <ac:picMk id="59" creationId="{9997EBDC-CE04-C0B4-654E-9E1EBDD09E2D}"/>
          </ac:picMkLst>
        </pc:picChg>
        <pc:picChg chg="add mod">
          <ac:chgData name="Matthew James" userId="f666f108-8a0f-4162-87e7-039355b66eb3" providerId="ADAL" clId="{BFD9B7FD-4FE1-43E0-8F94-B546932335AD}" dt="2023-03-13T13:59:33.466" v="1097" actId="1076"/>
          <ac:picMkLst>
            <pc:docMk/>
            <pc:sldMk cId="1851223333" sldId="260"/>
            <ac:picMk id="60" creationId="{4220DE33-2CA6-00B8-BA6C-4E58D76BD1C6}"/>
          </ac:picMkLst>
        </pc:picChg>
        <pc:picChg chg="add mod">
          <ac:chgData name="Matthew James" userId="f666f108-8a0f-4162-87e7-039355b66eb3" providerId="ADAL" clId="{BFD9B7FD-4FE1-43E0-8F94-B546932335AD}" dt="2023-03-13T13:59:31.090" v="1096" actId="1076"/>
          <ac:picMkLst>
            <pc:docMk/>
            <pc:sldMk cId="1851223333" sldId="260"/>
            <ac:picMk id="61" creationId="{6A955FA1-0814-D436-E05D-464825359E4A}"/>
          </ac:picMkLst>
        </pc:picChg>
        <pc:picChg chg="add mod">
          <ac:chgData name="Matthew James" userId="f666f108-8a0f-4162-87e7-039355b66eb3" providerId="ADAL" clId="{BFD9B7FD-4FE1-43E0-8F94-B546932335AD}" dt="2023-03-13T14:00:37.051" v="1124"/>
          <ac:picMkLst>
            <pc:docMk/>
            <pc:sldMk cId="1851223333" sldId="260"/>
            <ac:picMk id="2049" creationId="{B4C7C7BF-65FD-51C9-658B-991FE99E791B}"/>
          </ac:picMkLst>
        </pc:picChg>
        <pc:picChg chg="mod">
          <ac:chgData name="Matthew James" userId="f666f108-8a0f-4162-87e7-039355b66eb3" providerId="ADAL" clId="{BFD9B7FD-4FE1-43E0-8F94-B546932335AD}" dt="2023-03-13T13:11:02.829" v="12" actId="1076"/>
          <ac:picMkLst>
            <pc:docMk/>
            <pc:sldMk cId="1851223333" sldId="260"/>
            <ac:picMk id="2050" creationId="{BECD79C1-E772-E08F-E4A1-209C9C60317D}"/>
          </ac:picMkLst>
        </pc:picChg>
        <pc:picChg chg="mod">
          <ac:chgData name="Matthew James" userId="f666f108-8a0f-4162-87e7-039355b66eb3" providerId="ADAL" clId="{BFD9B7FD-4FE1-43E0-8F94-B546932335AD}" dt="2023-03-13T13:12:02.158" v="27" actId="1076"/>
          <ac:picMkLst>
            <pc:docMk/>
            <pc:sldMk cId="1851223333" sldId="260"/>
            <ac:picMk id="2051" creationId="{E5E4BE3B-9859-4B99-0F45-450995F9FD33}"/>
          </ac:picMkLst>
        </pc:picChg>
        <pc:picChg chg="mod">
          <ac:chgData name="Matthew James" userId="f666f108-8a0f-4162-87e7-039355b66eb3" providerId="ADAL" clId="{BFD9B7FD-4FE1-43E0-8F94-B546932335AD}" dt="2023-03-13T14:00:17.241" v="1116" actId="1076"/>
          <ac:picMkLst>
            <pc:docMk/>
            <pc:sldMk cId="1851223333" sldId="260"/>
            <ac:picMk id="2052" creationId="{089BCFAC-F272-CD7C-17C3-78211F949A55}"/>
          </ac:picMkLst>
        </pc:picChg>
        <pc:picChg chg="mod">
          <ac:chgData name="Matthew James" userId="f666f108-8a0f-4162-87e7-039355b66eb3" providerId="ADAL" clId="{BFD9B7FD-4FE1-43E0-8F94-B546932335AD}" dt="2023-03-13T13:11:59.951" v="26" actId="1076"/>
          <ac:picMkLst>
            <pc:docMk/>
            <pc:sldMk cId="1851223333" sldId="260"/>
            <ac:picMk id="2055" creationId="{CB795E0E-7FE6-FAFC-A94C-2CDCBAB65BD6}"/>
          </ac:picMkLst>
        </pc:picChg>
        <pc:picChg chg="del">
          <ac:chgData name="Matthew James" userId="f666f108-8a0f-4162-87e7-039355b66eb3" providerId="ADAL" clId="{BFD9B7FD-4FE1-43E0-8F94-B546932335AD}" dt="2023-03-13T14:01:08.777" v="1162" actId="478"/>
          <ac:picMkLst>
            <pc:docMk/>
            <pc:sldMk cId="1851223333" sldId="260"/>
            <ac:picMk id="2056" creationId="{7B1935ED-9B1A-CF65-9ABC-D25EE1E45FCC}"/>
          </ac:picMkLst>
        </pc:picChg>
        <pc:picChg chg="mod">
          <ac:chgData name="Matthew James" userId="f666f108-8a0f-4162-87e7-039355b66eb3" providerId="ADAL" clId="{BFD9B7FD-4FE1-43E0-8F94-B546932335AD}" dt="2023-03-13T13:11:59.951" v="26" actId="1076"/>
          <ac:picMkLst>
            <pc:docMk/>
            <pc:sldMk cId="1851223333" sldId="260"/>
            <ac:picMk id="2057" creationId="{62538B68-5A7E-9996-AE78-FEB529AA86D9}"/>
          </ac:picMkLst>
        </pc:picChg>
        <pc:picChg chg="mod">
          <ac:chgData name="Matthew James" userId="f666f108-8a0f-4162-87e7-039355b66eb3" providerId="ADAL" clId="{BFD9B7FD-4FE1-43E0-8F94-B546932335AD}" dt="2023-03-13T13:55:15.532" v="945" actId="14100"/>
          <ac:picMkLst>
            <pc:docMk/>
            <pc:sldMk cId="1851223333" sldId="260"/>
            <ac:picMk id="2058" creationId="{B5BC3221-64BD-6368-A237-975BEE67B5A3}"/>
          </ac:picMkLst>
        </pc:picChg>
        <pc:picChg chg="mod">
          <ac:chgData name="Matthew James" userId="f666f108-8a0f-4162-87e7-039355b66eb3" providerId="ADAL" clId="{BFD9B7FD-4FE1-43E0-8F94-B546932335AD}" dt="2023-03-13T13:58:24.116" v="1064" actId="1076"/>
          <ac:picMkLst>
            <pc:docMk/>
            <pc:sldMk cId="1851223333" sldId="260"/>
            <ac:picMk id="2059" creationId="{725B90B0-7A7E-757D-B344-44967B2E7677}"/>
          </ac:picMkLst>
        </pc:picChg>
        <pc:picChg chg="add mod">
          <ac:chgData name="Matthew James" userId="f666f108-8a0f-4162-87e7-039355b66eb3" providerId="ADAL" clId="{BFD9B7FD-4FE1-43E0-8F94-B546932335AD}" dt="2023-03-13T14:00:37.234" v="1125"/>
          <ac:picMkLst>
            <pc:docMk/>
            <pc:sldMk cId="1851223333" sldId="260"/>
            <ac:picMk id="2060" creationId="{3D03B80E-E659-3553-0885-6B99B8D8814D}"/>
          </ac:picMkLst>
        </pc:picChg>
        <pc:picChg chg="add mod">
          <ac:chgData name="Matthew James" userId="f666f108-8a0f-4162-87e7-039355b66eb3" providerId="ADAL" clId="{BFD9B7FD-4FE1-43E0-8F94-B546932335AD}" dt="2023-03-13T14:00:37.434" v="1126"/>
          <ac:picMkLst>
            <pc:docMk/>
            <pc:sldMk cId="1851223333" sldId="260"/>
            <ac:picMk id="2061" creationId="{990F3B9D-41B0-58EB-C8B0-CC99D80E0FDA}"/>
          </ac:picMkLst>
        </pc:picChg>
        <pc:picChg chg="add mod">
          <ac:chgData name="Matthew James" userId="f666f108-8a0f-4162-87e7-039355b66eb3" providerId="ADAL" clId="{BFD9B7FD-4FE1-43E0-8F94-B546932335AD}" dt="2023-03-13T14:00:37.594" v="1127"/>
          <ac:picMkLst>
            <pc:docMk/>
            <pc:sldMk cId="1851223333" sldId="260"/>
            <ac:picMk id="2062" creationId="{15F75A7C-F152-5BFD-5882-22699EB647EB}"/>
          </ac:picMkLst>
        </pc:picChg>
        <pc:picChg chg="add mod">
          <ac:chgData name="Matthew James" userId="f666f108-8a0f-4162-87e7-039355b66eb3" providerId="ADAL" clId="{BFD9B7FD-4FE1-43E0-8F94-B546932335AD}" dt="2023-03-13T14:00:37.756" v="1128"/>
          <ac:picMkLst>
            <pc:docMk/>
            <pc:sldMk cId="1851223333" sldId="260"/>
            <ac:picMk id="2063" creationId="{11A77F6D-1D35-DC8E-2573-E13DCE0B91CB}"/>
          </ac:picMkLst>
        </pc:picChg>
        <pc:picChg chg="add mod">
          <ac:chgData name="Matthew James" userId="f666f108-8a0f-4162-87e7-039355b66eb3" providerId="ADAL" clId="{BFD9B7FD-4FE1-43E0-8F94-B546932335AD}" dt="2023-03-13T14:00:37.914" v="1129"/>
          <ac:picMkLst>
            <pc:docMk/>
            <pc:sldMk cId="1851223333" sldId="260"/>
            <ac:picMk id="2064" creationId="{53226222-301D-1B9A-9107-50AA4C06F2A8}"/>
          </ac:picMkLst>
        </pc:picChg>
        <pc:picChg chg="add mod">
          <ac:chgData name="Matthew James" userId="f666f108-8a0f-4162-87e7-039355b66eb3" providerId="ADAL" clId="{BFD9B7FD-4FE1-43E0-8F94-B546932335AD}" dt="2023-03-13T14:00:38.059" v="1130"/>
          <ac:picMkLst>
            <pc:docMk/>
            <pc:sldMk cId="1851223333" sldId="260"/>
            <ac:picMk id="2065" creationId="{0611B79C-21C5-78E9-FBDC-095F68F2709A}"/>
          </ac:picMkLst>
        </pc:picChg>
        <pc:picChg chg="add mod">
          <ac:chgData name="Matthew James" userId="f666f108-8a0f-4162-87e7-039355b66eb3" providerId="ADAL" clId="{BFD9B7FD-4FE1-43E0-8F94-B546932335AD}" dt="2023-03-13T14:00:38.288" v="1131"/>
          <ac:picMkLst>
            <pc:docMk/>
            <pc:sldMk cId="1851223333" sldId="260"/>
            <ac:picMk id="2066" creationId="{CD9E021B-D481-46BD-BBD5-46BE9E36FFCD}"/>
          </ac:picMkLst>
        </pc:picChg>
        <pc:picChg chg="add mod">
          <ac:chgData name="Matthew James" userId="f666f108-8a0f-4162-87e7-039355b66eb3" providerId="ADAL" clId="{BFD9B7FD-4FE1-43E0-8F94-B546932335AD}" dt="2023-03-13T14:01:03.186" v="1153"/>
          <ac:picMkLst>
            <pc:docMk/>
            <pc:sldMk cId="1851223333" sldId="260"/>
            <ac:picMk id="2084" creationId="{896D75E8-6478-F239-D769-BBC06AE86191}"/>
          </ac:picMkLst>
        </pc:picChg>
        <pc:picChg chg="add mod">
          <ac:chgData name="Matthew James" userId="f666f108-8a0f-4162-87e7-039355b66eb3" providerId="ADAL" clId="{BFD9B7FD-4FE1-43E0-8F94-B546932335AD}" dt="2023-03-13T14:01:03.321" v="1154"/>
          <ac:picMkLst>
            <pc:docMk/>
            <pc:sldMk cId="1851223333" sldId="260"/>
            <ac:picMk id="2085" creationId="{9E5546B7-CF8D-C2AD-42B7-8AB5C3855191}"/>
          </ac:picMkLst>
        </pc:picChg>
        <pc:picChg chg="add mod">
          <ac:chgData name="Matthew James" userId="f666f108-8a0f-4162-87e7-039355b66eb3" providerId="ADAL" clId="{BFD9B7FD-4FE1-43E0-8F94-B546932335AD}" dt="2023-03-13T14:01:03.467" v="1155"/>
          <ac:picMkLst>
            <pc:docMk/>
            <pc:sldMk cId="1851223333" sldId="260"/>
            <ac:picMk id="2086" creationId="{5F219105-44DE-7E6D-2A26-ECA69F842280}"/>
          </ac:picMkLst>
        </pc:picChg>
        <pc:picChg chg="add mod">
          <ac:chgData name="Matthew James" userId="f666f108-8a0f-4162-87e7-039355b66eb3" providerId="ADAL" clId="{BFD9B7FD-4FE1-43E0-8F94-B546932335AD}" dt="2023-03-13T14:01:03.577" v="1156"/>
          <ac:picMkLst>
            <pc:docMk/>
            <pc:sldMk cId="1851223333" sldId="260"/>
            <ac:picMk id="2087" creationId="{62374484-56B2-68C1-F588-916BB0A652CA}"/>
          </ac:picMkLst>
        </pc:picChg>
        <pc:picChg chg="add mod">
          <ac:chgData name="Matthew James" userId="f666f108-8a0f-4162-87e7-039355b66eb3" providerId="ADAL" clId="{BFD9B7FD-4FE1-43E0-8F94-B546932335AD}" dt="2023-03-13T14:01:03.730" v="1157"/>
          <ac:picMkLst>
            <pc:docMk/>
            <pc:sldMk cId="1851223333" sldId="260"/>
            <ac:picMk id="2088" creationId="{5718CE55-2D6C-E32D-061F-D1A5E58CFE77}"/>
          </ac:picMkLst>
        </pc:picChg>
        <pc:picChg chg="add mod">
          <ac:chgData name="Matthew James" userId="f666f108-8a0f-4162-87e7-039355b66eb3" providerId="ADAL" clId="{BFD9B7FD-4FE1-43E0-8F94-B546932335AD}" dt="2023-03-13T14:01:06.001" v="1158"/>
          <ac:picMkLst>
            <pc:docMk/>
            <pc:sldMk cId="1851223333" sldId="260"/>
            <ac:picMk id="2089" creationId="{EF782ED5-1C86-CFAD-CC73-3A034A778278}"/>
          </ac:picMkLst>
        </pc:picChg>
        <pc:picChg chg="add mod">
          <ac:chgData name="Matthew James" userId="f666f108-8a0f-4162-87e7-039355b66eb3" providerId="ADAL" clId="{BFD9B7FD-4FE1-43E0-8F94-B546932335AD}" dt="2023-03-13T14:01:06.129" v="1159"/>
          <ac:picMkLst>
            <pc:docMk/>
            <pc:sldMk cId="1851223333" sldId="260"/>
            <ac:picMk id="2090" creationId="{0F777A4D-11EA-4D16-8C4A-4D65E05BDC8C}"/>
          </ac:picMkLst>
        </pc:picChg>
        <pc:picChg chg="add mod">
          <ac:chgData name="Matthew James" userId="f666f108-8a0f-4162-87e7-039355b66eb3" providerId="ADAL" clId="{BFD9B7FD-4FE1-43E0-8F94-B546932335AD}" dt="2023-03-13T14:01:06.297" v="1160"/>
          <ac:picMkLst>
            <pc:docMk/>
            <pc:sldMk cId="1851223333" sldId="260"/>
            <ac:picMk id="2091" creationId="{09827C2B-4917-9037-10DC-0D17938178D4}"/>
          </ac:picMkLst>
        </pc:picChg>
        <pc:picChg chg="add mod">
          <ac:chgData name="Matthew James" userId="f666f108-8a0f-4162-87e7-039355b66eb3" providerId="ADAL" clId="{BFD9B7FD-4FE1-43E0-8F94-B546932335AD}" dt="2023-03-13T14:01:06.449" v="1161"/>
          <ac:picMkLst>
            <pc:docMk/>
            <pc:sldMk cId="1851223333" sldId="260"/>
            <ac:picMk id="2092" creationId="{7CF6D0FD-358F-EDA4-61FA-EE8C87AF5B2D}"/>
          </ac:picMkLst>
        </pc:picChg>
        <pc:cxnChg chg="add mod">
          <ac:chgData name="Matthew James" userId="f666f108-8a0f-4162-87e7-039355b66eb3" providerId="ADAL" clId="{BFD9B7FD-4FE1-43E0-8F94-B546932335AD}" dt="2023-03-13T13:57:41.526" v="1020" actId="14100"/>
          <ac:cxnSpMkLst>
            <pc:docMk/>
            <pc:sldMk cId="1851223333" sldId="260"/>
            <ac:cxnSpMk id="13" creationId="{AD232B52-D5EE-B753-A394-715DB506F592}"/>
          </ac:cxnSpMkLst>
        </pc:cxnChg>
        <pc:cxnChg chg="add mod">
          <ac:chgData name="Matthew James" userId="f666f108-8a0f-4162-87e7-039355b66eb3" providerId="ADAL" clId="{BFD9B7FD-4FE1-43E0-8F94-B546932335AD}" dt="2023-03-13T13:57:38.782" v="1019" actId="14100"/>
          <ac:cxnSpMkLst>
            <pc:docMk/>
            <pc:sldMk cId="1851223333" sldId="260"/>
            <ac:cxnSpMk id="14" creationId="{B52D1AC9-00C9-DD82-A357-8E41D60A4B3B}"/>
          </ac:cxnSpMkLst>
        </pc:cxnChg>
        <pc:cxnChg chg="add mod">
          <ac:chgData name="Matthew James" userId="f666f108-8a0f-4162-87e7-039355b66eb3" providerId="ADAL" clId="{BFD9B7FD-4FE1-43E0-8F94-B546932335AD}" dt="2023-03-13T14:00:43.964" v="1132" actId="1076"/>
          <ac:cxnSpMkLst>
            <pc:docMk/>
            <pc:sldMk cId="1851223333" sldId="260"/>
            <ac:cxnSpMk id="26" creationId="{8C38D3B8-435A-2712-D481-EBCD0E1FE313}"/>
          </ac:cxnSpMkLst>
        </pc:cxnChg>
        <pc:cxnChg chg="add mod">
          <ac:chgData name="Matthew James" userId="f666f108-8a0f-4162-87e7-039355b66eb3" providerId="ADAL" clId="{BFD9B7FD-4FE1-43E0-8F94-B546932335AD}" dt="2023-03-13T13:44:43.634" v="849"/>
          <ac:cxnSpMkLst>
            <pc:docMk/>
            <pc:sldMk cId="1851223333" sldId="260"/>
            <ac:cxnSpMk id="27" creationId="{34D8B9A0-6FBA-8354-5A94-A8F3A0FB7658}"/>
          </ac:cxnSpMkLst>
        </pc:cxnChg>
        <pc:cxnChg chg="add mod">
          <ac:chgData name="Matthew James" userId="f666f108-8a0f-4162-87e7-039355b66eb3" providerId="ADAL" clId="{BFD9B7FD-4FE1-43E0-8F94-B546932335AD}" dt="2023-03-13T13:44:43.859" v="850"/>
          <ac:cxnSpMkLst>
            <pc:docMk/>
            <pc:sldMk cId="1851223333" sldId="260"/>
            <ac:cxnSpMk id="28" creationId="{6FF050CC-362F-FADC-BA99-71DCC6543122}"/>
          </ac:cxnSpMkLst>
        </pc:cxnChg>
        <pc:cxnChg chg="add mod">
          <ac:chgData name="Matthew James" userId="f666f108-8a0f-4162-87e7-039355b66eb3" providerId="ADAL" clId="{BFD9B7FD-4FE1-43E0-8F94-B546932335AD}" dt="2023-03-13T13:44:44.025" v="851"/>
          <ac:cxnSpMkLst>
            <pc:docMk/>
            <pc:sldMk cId="1851223333" sldId="260"/>
            <ac:cxnSpMk id="29" creationId="{83AD7303-3ABD-B83C-6D1C-6D30E13D791D}"/>
          </ac:cxnSpMkLst>
        </pc:cxnChg>
        <pc:cxnChg chg="add mod">
          <ac:chgData name="Matthew James" userId="f666f108-8a0f-4162-87e7-039355b66eb3" providerId="ADAL" clId="{BFD9B7FD-4FE1-43E0-8F94-B546932335AD}" dt="2023-03-13T13:44:44.204" v="852"/>
          <ac:cxnSpMkLst>
            <pc:docMk/>
            <pc:sldMk cId="1851223333" sldId="260"/>
            <ac:cxnSpMk id="30" creationId="{103C67AA-AC40-D003-623E-A8066CE5F877}"/>
          </ac:cxnSpMkLst>
        </pc:cxnChg>
        <pc:cxnChg chg="add mod">
          <ac:chgData name="Matthew James" userId="f666f108-8a0f-4162-87e7-039355b66eb3" providerId="ADAL" clId="{BFD9B7FD-4FE1-43E0-8F94-B546932335AD}" dt="2023-03-13T13:57:35.894" v="1018" actId="14100"/>
          <ac:cxnSpMkLst>
            <pc:docMk/>
            <pc:sldMk cId="1851223333" sldId="260"/>
            <ac:cxnSpMk id="31" creationId="{86EC6EFE-7F95-1A58-EBEF-C023B6E13D84}"/>
          </ac:cxnSpMkLst>
        </pc:cxnChg>
        <pc:cxnChg chg="add mod">
          <ac:chgData name="Matthew James" userId="f666f108-8a0f-4162-87e7-039355b66eb3" providerId="ADAL" clId="{BFD9B7FD-4FE1-43E0-8F94-B546932335AD}" dt="2023-03-13T14:00:45.017" v="1133"/>
          <ac:cxnSpMkLst>
            <pc:docMk/>
            <pc:sldMk cId="1851223333" sldId="260"/>
            <ac:cxnSpMk id="2067" creationId="{7393733F-7781-B8AD-5644-5A6640B90528}"/>
          </ac:cxnSpMkLst>
        </pc:cxnChg>
        <pc:cxnChg chg="add mod">
          <ac:chgData name="Matthew James" userId="f666f108-8a0f-4162-87e7-039355b66eb3" providerId="ADAL" clId="{BFD9B7FD-4FE1-43E0-8F94-B546932335AD}" dt="2023-03-13T14:00:45.170" v="1134"/>
          <ac:cxnSpMkLst>
            <pc:docMk/>
            <pc:sldMk cId="1851223333" sldId="260"/>
            <ac:cxnSpMk id="2068" creationId="{B4D780E5-9B3F-1BAE-5FEA-F116714EA51D}"/>
          </ac:cxnSpMkLst>
        </pc:cxnChg>
        <pc:cxnChg chg="add mod">
          <ac:chgData name="Matthew James" userId="f666f108-8a0f-4162-87e7-039355b66eb3" providerId="ADAL" clId="{BFD9B7FD-4FE1-43E0-8F94-B546932335AD}" dt="2023-03-13T14:00:45.314" v="1135"/>
          <ac:cxnSpMkLst>
            <pc:docMk/>
            <pc:sldMk cId="1851223333" sldId="260"/>
            <ac:cxnSpMk id="2069" creationId="{EA94BEE4-96DD-9D8E-1090-00BF28840D7A}"/>
          </ac:cxnSpMkLst>
        </pc:cxnChg>
        <pc:cxnChg chg="add mod">
          <ac:chgData name="Matthew James" userId="f666f108-8a0f-4162-87e7-039355b66eb3" providerId="ADAL" clId="{BFD9B7FD-4FE1-43E0-8F94-B546932335AD}" dt="2023-03-13T14:00:45.457" v="1136"/>
          <ac:cxnSpMkLst>
            <pc:docMk/>
            <pc:sldMk cId="1851223333" sldId="260"/>
            <ac:cxnSpMk id="2070" creationId="{D643D8DA-A7AB-9E8D-F1FA-A0446BD561FA}"/>
          </ac:cxnSpMkLst>
        </pc:cxnChg>
        <pc:cxnChg chg="add mod">
          <ac:chgData name="Matthew James" userId="f666f108-8a0f-4162-87e7-039355b66eb3" providerId="ADAL" clId="{BFD9B7FD-4FE1-43E0-8F94-B546932335AD}" dt="2023-03-13T14:00:45.586" v="1137"/>
          <ac:cxnSpMkLst>
            <pc:docMk/>
            <pc:sldMk cId="1851223333" sldId="260"/>
            <ac:cxnSpMk id="2071" creationId="{BC847278-4A3C-FABF-3461-E6CB28EB3C01}"/>
          </ac:cxnSpMkLst>
        </pc:cxnChg>
        <pc:cxnChg chg="add mod">
          <ac:chgData name="Matthew James" userId="f666f108-8a0f-4162-87e7-039355b66eb3" providerId="ADAL" clId="{BFD9B7FD-4FE1-43E0-8F94-B546932335AD}" dt="2023-03-13T14:00:45.733" v="1138"/>
          <ac:cxnSpMkLst>
            <pc:docMk/>
            <pc:sldMk cId="1851223333" sldId="260"/>
            <ac:cxnSpMk id="2072" creationId="{822F526C-A782-20E1-C56E-91322220B367}"/>
          </ac:cxnSpMkLst>
        </pc:cxnChg>
      </pc:sldChg>
      <pc:sldChg chg="addSp delSp modSp mod">
        <pc:chgData name="Matthew James" userId="f666f108-8a0f-4162-87e7-039355b66eb3" providerId="ADAL" clId="{BFD9B7FD-4FE1-43E0-8F94-B546932335AD}" dt="2023-03-13T14:03:38" v="1169" actId="14100"/>
        <pc:sldMkLst>
          <pc:docMk/>
          <pc:sldMk cId="1630608680" sldId="262"/>
        </pc:sldMkLst>
        <pc:spChg chg="mod">
          <ac:chgData name="Matthew James" userId="f666f108-8a0f-4162-87e7-039355b66eb3" providerId="ADAL" clId="{BFD9B7FD-4FE1-43E0-8F94-B546932335AD}" dt="2023-03-13T13:35:32.622" v="746" actId="1076"/>
          <ac:spMkLst>
            <pc:docMk/>
            <pc:sldMk cId="1630608680" sldId="262"/>
            <ac:spMk id="5" creationId="{EF9E7A1C-4C61-D5F7-3B0A-3D46A97A797E}"/>
          </ac:spMkLst>
        </pc:spChg>
        <pc:spChg chg="mod">
          <ac:chgData name="Matthew James" userId="f666f108-8a0f-4162-87e7-039355b66eb3" providerId="ADAL" clId="{BFD9B7FD-4FE1-43E0-8F94-B546932335AD}" dt="2023-03-13T13:35:15.023" v="740" actId="404"/>
          <ac:spMkLst>
            <pc:docMk/>
            <pc:sldMk cId="1630608680" sldId="262"/>
            <ac:spMk id="12" creationId="{49467962-F766-A413-DE06-55FB2039CA29}"/>
          </ac:spMkLst>
        </pc:spChg>
        <pc:spChg chg="mod">
          <ac:chgData name="Matthew James" userId="f666f108-8a0f-4162-87e7-039355b66eb3" providerId="ADAL" clId="{BFD9B7FD-4FE1-43E0-8F94-B546932335AD}" dt="2023-03-13T13:35:15.023" v="740" actId="404"/>
          <ac:spMkLst>
            <pc:docMk/>
            <pc:sldMk cId="1630608680" sldId="262"/>
            <ac:spMk id="14" creationId="{E88A20C4-2B46-361B-F8DE-2B2F4353AED0}"/>
          </ac:spMkLst>
        </pc:spChg>
        <pc:spChg chg="add mod">
          <ac:chgData name="Matthew James" userId="f666f108-8a0f-4162-87e7-039355b66eb3" providerId="ADAL" clId="{BFD9B7FD-4FE1-43E0-8F94-B546932335AD}" dt="2023-03-13T13:35:15.023" v="740" actId="404"/>
          <ac:spMkLst>
            <pc:docMk/>
            <pc:sldMk cId="1630608680" sldId="262"/>
            <ac:spMk id="20" creationId="{CB3E482C-0139-7A4D-1D1C-AC2553F12AEA}"/>
          </ac:spMkLst>
        </pc:spChg>
        <pc:spChg chg="add mod">
          <ac:chgData name="Matthew James" userId="f666f108-8a0f-4162-87e7-039355b66eb3" providerId="ADAL" clId="{BFD9B7FD-4FE1-43E0-8F94-B546932335AD}" dt="2023-03-13T13:35:15.023" v="740" actId="404"/>
          <ac:spMkLst>
            <pc:docMk/>
            <pc:sldMk cId="1630608680" sldId="262"/>
            <ac:spMk id="22" creationId="{5EDA9F07-C96E-044A-9839-304755763F21}"/>
          </ac:spMkLst>
        </pc:spChg>
        <pc:spChg chg="add mod">
          <ac:chgData name="Matthew James" userId="f666f108-8a0f-4162-87e7-039355b66eb3" providerId="ADAL" clId="{BFD9B7FD-4FE1-43E0-8F94-B546932335AD}" dt="2023-03-13T13:39:06.589" v="760" actId="1076"/>
          <ac:spMkLst>
            <pc:docMk/>
            <pc:sldMk cId="1630608680" sldId="262"/>
            <ac:spMk id="25" creationId="{2EA2A372-B4D8-B573-91CB-CE950556779F}"/>
          </ac:spMkLst>
        </pc:spChg>
        <pc:spChg chg="mod">
          <ac:chgData name="Matthew James" userId="f666f108-8a0f-4162-87e7-039355b66eb3" providerId="ADAL" clId="{BFD9B7FD-4FE1-43E0-8F94-B546932335AD}" dt="2023-03-13T13:35:15.023" v="740" actId="404"/>
          <ac:spMkLst>
            <pc:docMk/>
            <pc:sldMk cId="1630608680" sldId="262"/>
            <ac:spMk id="31" creationId="{5F7E3681-79CD-2A02-6288-D1A756650E14}"/>
          </ac:spMkLst>
        </pc:spChg>
        <pc:spChg chg="mod">
          <ac:chgData name="Matthew James" userId="f666f108-8a0f-4162-87e7-039355b66eb3" providerId="ADAL" clId="{BFD9B7FD-4FE1-43E0-8F94-B546932335AD}" dt="2023-03-13T13:35:27.470" v="745" actId="1076"/>
          <ac:spMkLst>
            <pc:docMk/>
            <pc:sldMk cId="1630608680" sldId="262"/>
            <ac:spMk id="32" creationId="{FF77459A-FCDE-B6AF-DC4F-877E8D29A701}"/>
          </ac:spMkLst>
        </pc:spChg>
        <pc:spChg chg="mod">
          <ac:chgData name="Matthew James" userId="f666f108-8a0f-4162-87e7-039355b66eb3" providerId="ADAL" clId="{BFD9B7FD-4FE1-43E0-8F94-B546932335AD}" dt="2023-03-13T13:35:15.023" v="740" actId="404"/>
          <ac:spMkLst>
            <pc:docMk/>
            <pc:sldMk cId="1630608680" sldId="262"/>
            <ac:spMk id="33" creationId="{A5DFFF24-F3CF-299A-5C91-3F50B5B10A48}"/>
          </ac:spMkLst>
        </pc:spChg>
        <pc:spChg chg="mod">
          <ac:chgData name="Matthew James" userId="f666f108-8a0f-4162-87e7-039355b66eb3" providerId="ADAL" clId="{BFD9B7FD-4FE1-43E0-8F94-B546932335AD}" dt="2023-03-13T13:35:15.023" v="740" actId="404"/>
          <ac:spMkLst>
            <pc:docMk/>
            <pc:sldMk cId="1630608680" sldId="262"/>
            <ac:spMk id="34" creationId="{6969E098-D2A4-6513-21E2-D3C70DA79B33}"/>
          </ac:spMkLst>
        </pc:spChg>
        <pc:spChg chg="mod">
          <ac:chgData name="Matthew James" userId="f666f108-8a0f-4162-87e7-039355b66eb3" providerId="ADAL" clId="{BFD9B7FD-4FE1-43E0-8F94-B546932335AD}" dt="2023-03-13T14:03:32.112" v="1167" actId="14100"/>
          <ac:spMkLst>
            <pc:docMk/>
            <pc:sldMk cId="1630608680" sldId="262"/>
            <ac:spMk id="35" creationId="{2F45234B-BAFE-98E0-FD20-4A1CF3B8C381}"/>
          </ac:spMkLst>
        </pc:spChg>
        <pc:spChg chg="mod">
          <ac:chgData name="Matthew James" userId="f666f108-8a0f-4162-87e7-039355b66eb3" providerId="ADAL" clId="{BFD9B7FD-4FE1-43E0-8F94-B546932335AD}" dt="2023-03-13T13:35:15.023" v="740" actId="404"/>
          <ac:spMkLst>
            <pc:docMk/>
            <pc:sldMk cId="1630608680" sldId="262"/>
            <ac:spMk id="38" creationId="{E9422200-E191-606C-41C8-1A8BBB36165A}"/>
          </ac:spMkLst>
        </pc:spChg>
        <pc:spChg chg="add del mod">
          <ac:chgData name="Matthew James" userId="f666f108-8a0f-4162-87e7-039355b66eb3" providerId="ADAL" clId="{BFD9B7FD-4FE1-43E0-8F94-B546932335AD}" dt="2023-03-13T13:27:21.331" v="299"/>
          <ac:spMkLst>
            <pc:docMk/>
            <pc:sldMk cId="1630608680" sldId="262"/>
            <ac:spMk id="39" creationId="{6D4500DF-15ED-2F57-D877-53BF1D58FF20}"/>
          </ac:spMkLst>
        </pc:spChg>
        <pc:spChg chg="add del mod">
          <ac:chgData name="Matthew James" userId="f666f108-8a0f-4162-87e7-039355b66eb3" providerId="ADAL" clId="{BFD9B7FD-4FE1-43E0-8F94-B546932335AD}" dt="2023-03-13T13:28:09.164" v="335"/>
          <ac:spMkLst>
            <pc:docMk/>
            <pc:sldMk cId="1630608680" sldId="262"/>
            <ac:spMk id="47" creationId="{A61FB244-27CB-D9A9-0271-FB453F33E801}"/>
          </ac:spMkLst>
        </pc:spChg>
        <pc:spChg chg="add del mod">
          <ac:chgData name="Matthew James" userId="f666f108-8a0f-4162-87e7-039355b66eb3" providerId="ADAL" clId="{BFD9B7FD-4FE1-43E0-8F94-B546932335AD}" dt="2023-03-13T13:28:08.726" v="333" actId="767"/>
          <ac:spMkLst>
            <pc:docMk/>
            <pc:sldMk cId="1630608680" sldId="262"/>
            <ac:spMk id="48" creationId="{0C5A7553-6178-E7E7-D1CF-0A1C99DAFD59}"/>
          </ac:spMkLst>
        </pc:spChg>
        <pc:spChg chg="mod">
          <ac:chgData name="Matthew James" userId="f666f108-8a0f-4162-87e7-039355b66eb3" providerId="ADAL" clId="{BFD9B7FD-4FE1-43E0-8F94-B546932335AD}" dt="2023-03-13T13:35:15.023" v="740" actId="404"/>
          <ac:spMkLst>
            <pc:docMk/>
            <pc:sldMk cId="1630608680" sldId="262"/>
            <ac:spMk id="52" creationId="{3C8E162C-F307-BE58-C185-F41E1D090766}"/>
          </ac:spMkLst>
        </pc:spChg>
        <pc:spChg chg="mod">
          <ac:chgData name="Matthew James" userId="f666f108-8a0f-4162-87e7-039355b66eb3" providerId="ADAL" clId="{BFD9B7FD-4FE1-43E0-8F94-B546932335AD}" dt="2023-03-13T13:35:15.023" v="740" actId="404"/>
          <ac:spMkLst>
            <pc:docMk/>
            <pc:sldMk cId="1630608680" sldId="262"/>
            <ac:spMk id="53" creationId="{F5E13D90-6062-DFC9-2914-8C1C5A35AE60}"/>
          </ac:spMkLst>
        </pc:spChg>
        <pc:spChg chg="add mod">
          <ac:chgData name="Matthew James" userId="f666f108-8a0f-4162-87e7-039355b66eb3" providerId="ADAL" clId="{BFD9B7FD-4FE1-43E0-8F94-B546932335AD}" dt="2023-03-13T13:35:15.023" v="740" actId="404"/>
          <ac:spMkLst>
            <pc:docMk/>
            <pc:sldMk cId="1630608680" sldId="262"/>
            <ac:spMk id="55" creationId="{830756A0-BA7B-48EF-9F8F-BFDE2B397872}"/>
          </ac:spMkLst>
        </pc:spChg>
        <pc:spChg chg="mod">
          <ac:chgData name="Matthew James" userId="f666f108-8a0f-4162-87e7-039355b66eb3" providerId="ADAL" clId="{BFD9B7FD-4FE1-43E0-8F94-B546932335AD}" dt="2023-03-13T13:35:15.023" v="740" actId="404"/>
          <ac:spMkLst>
            <pc:docMk/>
            <pc:sldMk cId="1630608680" sldId="262"/>
            <ac:spMk id="56" creationId="{54431FB5-DF14-5888-9986-61DFDB64A0E7}"/>
          </ac:spMkLst>
        </pc:spChg>
        <pc:spChg chg="add mod">
          <ac:chgData name="Matthew James" userId="f666f108-8a0f-4162-87e7-039355b66eb3" providerId="ADAL" clId="{BFD9B7FD-4FE1-43E0-8F94-B546932335AD}" dt="2023-03-13T13:38:33.071" v="756" actId="1076"/>
          <ac:spMkLst>
            <pc:docMk/>
            <pc:sldMk cId="1630608680" sldId="262"/>
            <ac:spMk id="58" creationId="{1F145CA1-4C8E-E80F-F03C-31BFD531FFAF}"/>
          </ac:spMkLst>
        </pc:spChg>
        <pc:spChg chg="add mod">
          <ac:chgData name="Matthew James" userId="f666f108-8a0f-4162-87e7-039355b66eb3" providerId="ADAL" clId="{BFD9B7FD-4FE1-43E0-8F94-B546932335AD}" dt="2023-03-13T13:35:15.023" v="740" actId="404"/>
          <ac:spMkLst>
            <pc:docMk/>
            <pc:sldMk cId="1630608680" sldId="262"/>
            <ac:spMk id="59" creationId="{F9909EF2-81BF-1A87-CC8F-D457E4E86AC0}"/>
          </ac:spMkLst>
        </pc:spChg>
        <pc:spChg chg="add mod">
          <ac:chgData name="Matthew James" userId="f666f108-8a0f-4162-87e7-039355b66eb3" providerId="ADAL" clId="{BFD9B7FD-4FE1-43E0-8F94-B546932335AD}" dt="2023-03-13T13:38:22.582" v="752" actId="1076"/>
          <ac:spMkLst>
            <pc:docMk/>
            <pc:sldMk cId="1630608680" sldId="262"/>
            <ac:spMk id="60" creationId="{10AD513B-B309-C332-E066-0BAEF9C7534B}"/>
          </ac:spMkLst>
        </pc:spChg>
        <pc:spChg chg="add mod">
          <ac:chgData name="Matthew James" userId="f666f108-8a0f-4162-87e7-039355b66eb3" providerId="ADAL" clId="{BFD9B7FD-4FE1-43E0-8F94-B546932335AD}" dt="2023-03-13T13:35:15.023" v="740" actId="404"/>
          <ac:spMkLst>
            <pc:docMk/>
            <pc:sldMk cId="1630608680" sldId="262"/>
            <ac:spMk id="61" creationId="{4D3E77CC-D4C3-01D9-E9D6-51BAD3EF1D6D}"/>
          </ac:spMkLst>
        </pc:spChg>
        <pc:spChg chg="add mod">
          <ac:chgData name="Matthew James" userId="f666f108-8a0f-4162-87e7-039355b66eb3" providerId="ADAL" clId="{BFD9B7FD-4FE1-43E0-8F94-B546932335AD}" dt="2023-03-13T13:35:15.023" v="740" actId="404"/>
          <ac:spMkLst>
            <pc:docMk/>
            <pc:sldMk cId="1630608680" sldId="262"/>
            <ac:spMk id="62" creationId="{A0AC317D-E1F8-CA87-F7D6-1DA29FB7A787}"/>
          </ac:spMkLst>
        </pc:spChg>
        <pc:spChg chg="add del mod">
          <ac:chgData name="Matthew James" userId="f666f108-8a0f-4162-87e7-039355b66eb3" providerId="ADAL" clId="{BFD9B7FD-4FE1-43E0-8F94-B546932335AD}" dt="2023-03-13T13:32:37.526" v="592" actId="22"/>
          <ac:spMkLst>
            <pc:docMk/>
            <pc:sldMk cId="1630608680" sldId="262"/>
            <ac:spMk id="4096" creationId="{A4BE80F5-AD05-4197-F093-51AD5AC5A721}"/>
          </ac:spMkLst>
        </pc:spChg>
        <pc:spChg chg="add mod">
          <ac:chgData name="Matthew James" userId="f666f108-8a0f-4162-87e7-039355b66eb3" providerId="ADAL" clId="{BFD9B7FD-4FE1-43E0-8F94-B546932335AD}" dt="2023-03-13T13:35:15.023" v="740" actId="404"/>
          <ac:spMkLst>
            <pc:docMk/>
            <pc:sldMk cId="1630608680" sldId="262"/>
            <ac:spMk id="4097" creationId="{C587F714-2952-CF85-794B-C562727C3600}"/>
          </ac:spMkLst>
        </pc:spChg>
        <pc:spChg chg="add mod">
          <ac:chgData name="Matthew James" userId="f666f108-8a0f-4162-87e7-039355b66eb3" providerId="ADAL" clId="{BFD9B7FD-4FE1-43E0-8F94-B546932335AD}" dt="2023-03-13T14:03:11.320" v="1164" actId="1076"/>
          <ac:spMkLst>
            <pc:docMk/>
            <pc:sldMk cId="1630608680" sldId="262"/>
            <ac:spMk id="4106" creationId="{7434ECC2-2AE5-E439-6B22-A240C92C7355}"/>
          </ac:spMkLst>
        </pc:spChg>
        <pc:spChg chg="add mod">
          <ac:chgData name="Matthew James" userId="f666f108-8a0f-4162-87e7-039355b66eb3" providerId="ADAL" clId="{BFD9B7FD-4FE1-43E0-8F94-B546932335AD}" dt="2023-03-13T13:35:15.023" v="740" actId="404"/>
          <ac:spMkLst>
            <pc:docMk/>
            <pc:sldMk cId="1630608680" sldId="262"/>
            <ac:spMk id="4107" creationId="{F1AC7410-374D-F5B1-3DA0-8680B62B689D}"/>
          </ac:spMkLst>
        </pc:spChg>
        <pc:spChg chg="add mod">
          <ac:chgData name="Matthew James" userId="f666f108-8a0f-4162-87e7-039355b66eb3" providerId="ADAL" clId="{BFD9B7FD-4FE1-43E0-8F94-B546932335AD}" dt="2023-03-13T13:39:13.478" v="761" actId="1076"/>
          <ac:spMkLst>
            <pc:docMk/>
            <pc:sldMk cId="1630608680" sldId="262"/>
            <ac:spMk id="4108" creationId="{361337A8-2F45-67C6-99FE-ECCB8623A591}"/>
          </ac:spMkLst>
        </pc:spChg>
        <pc:spChg chg="mod">
          <ac:chgData name="Matthew James" userId="f666f108-8a0f-4162-87e7-039355b66eb3" providerId="ADAL" clId="{BFD9B7FD-4FE1-43E0-8F94-B546932335AD}" dt="2023-03-13T13:35:15.023" v="740" actId="404"/>
          <ac:spMkLst>
            <pc:docMk/>
            <pc:sldMk cId="1630608680" sldId="262"/>
            <ac:spMk id="4109" creationId="{AB739F5B-6F24-BE7E-47F5-ED094AAE3812}"/>
          </ac:spMkLst>
        </pc:spChg>
        <pc:spChg chg="mod">
          <ac:chgData name="Matthew James" userId="f666f108-8a0f-4162-87e7-039355b66eb3" providerId="ADAL" clId="{BFD9B7FD-4FE1-43E0-8F94-B546932335AD}" dt="2023-03-13T13:38:28.614" v="754" actId="1076"/>
          <ac:spMkLst>
            <pc:docMk/>
            <pc:sldMk cId="1630608680" sldId="262"/>
            <ac:spMk id="4116" creationId="{163BEF0F-9509-F477-F663-848AD005D55D}"/>
          </ac:spMkLst>
        </pc:spChg>
        <pc:spChg chg="add mod">
          <ac:chgData name="Matthew James" userId="f666f108-8a0f-4162-87e7-039355b66eb3" providerId="ADAL" clId="{BFD9B7FD-4FE1-43E0-8F94-B546932335AD}" dt="2023-03-13T13:40:14.140" v="793" actId="1076"/>
          <ac:spMkLst>
            <pc:docMk/>
            <pc:sldMk cId="1630608680" sldId="262"/>
            <ac:spMk id="4117" creationId="{2176C451-8CD5-BE80-3E5E-7907D4644ECE}"/>
          </ac:spMkLst>
        </pc:spChg>
        <pc:spChg chg="add mod">
          <ac:chgData name="Matthew James" userId="f666f108-8a0f-4162-87e7-039355b66eb3" providerId="ADAL" clId="{BFD9B7FD-4FE1-43E0-8F94-B546932335AD}" dt="2023-03-13T13:46:39.034" v="872" actId="1076"/>
          <ac:spMkLst>
            <pc:docMk/>
            <pc:sldMk cId="1630608680" sldId="262"/>
            <ac:spMk id="4122" creationId="{9AD87EC0-4293-6A66-A03C-5099FF42A8D2}"/>
          </ac:spMkLst>
        </pc:spChg>
        <pc:spChg chg="mod">
          <ac:chgData name="Matthew James" userId="f666f108-8a0f-4162-87e7-039355b66eb3" providerId="ADAL" clId="{BFD9B7FD-4FE1-43E0-8F94-B546932335AD}" dt="2023-03-13T13:35:15.023" v="740" actId="404"/>
          <ac:spMkLst>
            <pc:docMk/>
            <pc:sldMk cId="1630608680" sldId="262"/>
            <ac:spMk id="4173" creationId="{A327103C-4CEE-5B9C-F108-8BADEC45F239}"/>
          </ac:spMkLst>
        </pc:spChg>
        <pc:picChg chg="mod">
          <ac:chgData name="Matthew James" userId="f666f108-8a0f-4162-87e7-039355b66eb3" providerId="ADAL" clId="{BFD9B7FD-4FE1-43E0-8F94-B546932335AD}" dt="2023-03-13T13:35:15.023" v="740" actId="404"/>
          <ac:picMkLst>
            <pc:docMk/>
            <pc:sldMk cId="1630608680" sldId="262"/>
            <ac:picMk id="3" creationId="{C81F9AEE-0875-9739-B6BA-A36880A6DA77}"/>
          </ac:picMkLst>
        </pc:picChg>
        <pc:picChg chg="mod">
          <ac:chgData name="Matthew James" userId="f666f108-8a0f-4162-87e7-039355b66eb3" providerId="ADAL" clId="{BFD9B7FD-4FE1-43E0-8F94-B546932335AD}" dt="2023-03-13T13:46:47.202" v="874" actId="1076"/>
          <ac:picMkLst>
            <pc:docMk/>
            <pc:sldMk cId="1630608680" sldId="262"/>
            <ac:picMk id="9" creationId="{12BA90BF-9836-E04C-AA3F-2B223920E129}"/>
          </ac:picMkLst>
        </pc:picChg>
        <pc:picChg chg="mod">
          <ac:chgData name="Matthew James" userId="f666f108-8a0f-4162-87e7-039355b66eb3" providerId="ADAL" clId="{BFD9B7FD-4FE1-43E0-8F94-B546932335AD}" dt="2023-03-13T13:35:15.023" v="740" actId="404"/>
          <ac:picMkLst>
            <pc:docMk/>
            <pc:sldMk cId="1630608680" sldId="262"/>
            <ac:picMk id="11" creationId="{72A04637-D4CB-4681-AE71-FB499ABA2D3A}"/>
          </ac:picMkLst>
        </pc:picChg>
        <pc:picChg chg="mod">
          <ac:chgData name="Matthew James" userId="f666f108-8a0f-4162-87e7-039355b66eb3" providerId="ADAL" clId="{BFD9B7FD-4FE1-43E0-8F94-B546932335AD}" dt="2023-03-13T13:35:15.023" v="740" actId="404"/>
          <ac:picMkLst>
            <pc:docMk/>
            <pc:sldMk cId="1630608680" sldId="262"/>
            <ac:picMk id="15" creationId="{B60E7AB2-E5C0-9389-703B-19FD9BB8221A}"/>
          </ac:picMkLst>
        </pc:picChg>
        <pc:picChg chg="mod">
          <ac:chgData name="Matthew James" userId="f666f108-8a0f-4162-87e7-039355b66eb3" providerId="ADAL" clId="{BFD9B7FD-4FE1-43E0-8F94-B546932335AD}" dt="2023-03-13T13:35:15.023" v="740" actId="404"/>
          <ac:picMkLst>
            <pc:docMk/>
            <pc:sldMk cId="1630608680" sldId="262"/>
            <ac:picMk id="17" creationId="{078D82BC-F6D8-BBBE-B228-75CA9A3DE082}"/>
          </ac:picMkLst>
        </pc:picChg>
        <pc:picChg chg="mod">
          <ac:chgData name="Matthew James" userId="f666f108-8a0f-4162-87e7-039355b66eb3" providerId="ADAL" clId="{BFD9B7FD-4FE1-43E0-8F94-B546932335AD}" dt="2023-03-13T13:35:15.023" v="740" actId="404"/>
          <ac:picMkLst>
            <pc:docMk/>
            <pc:sldMk cId="1630608680" sldId="262"/>
            <ac:picMk id="26" creationId="{0547A357-F2B9-20A7-671E-AE2D2DE36104}"/>
          </ac:picMkLst>
        </pc:picChg>
        <pc:picChg chg="mod">
          <ac:chgData name="Matthew James" userId="f666f108-8a0f-4162-87e7-039355b66eb3" providerId="ADAL" clId="{BFD9B7FD-4FE1-43E0-8F94-B546932335AD}" dt="2023-03-13T13:35:15.023" v="740" actId="404"/>
          <ac:picMkLst>
            <pc:docMk/>
            <pc:sldMk cId="1630608680" sldId="262"/>
            <ac:picMk id="30" creationId="{660CCBEB-74DA-4AFC-617D-E4C07B1A82EE}"/>
          </ac:picMkLst>
        </pc:picChg>
        <pc:picChg chg="add del mod">
          <ac:chgData name="Matthew James" userId="f666f108-8a0f-4162-87e7-039355b66eb3" providerId="ADAL" clId="{BFD9B7FD-4FE1-43E0-8F94-B546932335AD}" dt="2023-03-13T13:28:09.956" v="337"/>
          <ac:picMkLst>
            <pc:docMk/>
            <pc:sldMk cId="1630608680" sldId="262"/>
            <ac:picMk id="45" creationId="{12EDACA6-EB30-CC42-327D-94579E14BCC4}"/>
          </ac:picMkLst>
        </pc:picChg>
        <pc:picChg chg="mod">
          <ac:chgData name="Matthew James" userId="f666f108-8a0f-4162-87e7-039355b66eb3" providerId="ADAL" clId="{BFD9B7FD-4FE1-43E0-8F94-B546932335AD}" dt="2023-03-13T13:35:15.023" v="740" actId="404"/>
          <ac:picMkLst>
            <pc:docMk/>
            <pc:sldMk cId="1630608680" sldId="262"/>
            <ac:picMk id="46" creationId="{521789F7-42AF-DAC3-09AC-75D092EAA1E4}"/>
          </ac:picMkLst>
        </pc:picChg>
        <pc:picChg chg="mod">
          <ac:chgData name="Matthew James" userId="f666f108-8a0f-4162-87e7-039355b66eb3" providerId="ADAL" clId="{BFD9B7FD-4FE1-43E0-8F94-B546932335AD}" dt="2023-03-13T13:35:15.023" v="740" actId="404"/>
          <ac:picMkLst>
            <pc:docMk/>
            <pc:sldMk cId="1630608680" sldId="262"/>
            <ac:picMk id="4099" creationId="{51C74256-FAA3-8550-2606-9EE2F71CA5D0}"/>
          </ac:picMkLst>
        </pc:picChg>
        <pc:picChg chg="mod">
          <ac:chgData name="Matthew James" userId="f666f108-8a0f-4162-87e7-039355b66eb3" providerId="ADAL" clId="{BFD9B7FD-4FE1-43E0-8F94-B546932335AD}" dt="2023-03-13T13:38:17.293" v="750" actId="1076"/>
          <ac:picMkLst>
            <pc:docMk/>
            <pc:sldMk cId="1630608680" sldId="262"/>
            <ac:picMk id="4111" creationId="{0E42F5EE-C4FD-BDF4-60EE-3A2A67414611}"/>
          </ac:picMkLst>
        </pc:picChg>
        <pc:picChg chg="mod">
          <ac:chgData name="Matthew James" userId="f666f108-8a0f-4162-87e7-039355b66eb3" providerId="ADAL" clId="{BFD9B7FD-4FE1-43E0-8F94-B546932335AD}" dt="2023-03-13T13:35:15.023" v="740" actId="404"/>
          <ac:picMkLst>
            <pc:docMk/>
            <pc:sldMk cId="1630608680" sldId="262"/>
            <ac:picMk id="4172" creationId="{A3FB3A79-25C0-B110-239D-EC907447FE86}"/>
          </ac:picMkLst>
        </pc:picChg>
        <pc:cxnChg chg="mod">
          <ac:chgData name="Matthew James" userId="f666f108-8a0f-4162-87e7-039355b66eb3" providerId="ADAL" clId="{BFD9B7FD-4FE1-43E0-8F94-B546932335AD}" dt="2023-03-13T13:35:15.023" v="740" actId="404"/>
          <ac:cxnSpMkLst>
            <pc:docMk/>
            <pc:sldMk cId="1630608680" sldId="262"/>
            <ac:cxnSpMk id="8" creationId="{4A559BA2-38F8-1198-93D2-6547D186FEC1}"/>
          </ac:cxnSpMkLst>
        </pc:cxnChg>
        <pc:cxnChg chg="mod">
          <ac:chgData name="Matthew James" userId="f666f108-8a0f-4162-87e7-039355b66eb3" providerId="ADAL" clId="{BFD9B7FD-4FE1-43E0-8F94-B546932335AD}" dt="2023-03-13T13:35:15.023" v="740" actId="404"/>
          <ac:cxnSpMkLst>
            <pc:docMk/>
            <pc:sldMk cId="1630608680" sldId="262"/>
            <ac:cxnSpMk id="10" creationId="{7A51D650-F1B0-CAB2-208D-FBE5C7B1A7E3}"/>
          </ac:cxnSpMkLst>
        </pc:cxnChg>
        <pc:cxnChg chg="mod">
          <ac:chgData name="Matthew James" userId="f666f108-8a0f-4162-87e7-039355b66eb3" providerId="ADAL" clId="{BFD9B7FD-4FE1-43E0-8F94-B546932335AD}" dt="2023-03-13T13:35:15.023" v="740" actId="404"/>
          <ac:cxnSpMkLst>
            <pc:docMk/>
            <pc:sldMk cId="1630608680" sldId="262"/>
            <ac:cxnSpMk id="13" creationId="{BDBE6C0D-0DB4-4492-E7F3-D62C75AB9F14}"/>
          </ac:cxnSpMkLst>
        </pc:cxnChg>
        <pc:cxnChg chg="mod">
          <ac:chgData name="Matthew James" userId="f666f108-8a0f-4162-87e7-039355b66eb3" providerId="ADAL" clId="{BFD9B7FD-4FE1-43E0-8F94-B546932335AD}" dt="2023-03-13T13:35:15.023" v="740" actId="404"/>
          <ac:cxnSpMkLst>
            <pc:docMk/>
            <pc:sldMk cId="1630608680" sldId="262"/>
            <ac:cxnSpMk id="16" creationId="{6574C361-09C1-F7DD-8DEC-F83E28CE7945}"/>
          </ac:cxnSpMkLst>
        </pc:cxnChg>
        <pc:cxnChg chg="mod">
          <ac:chgData name="Matthew James" userId="f666f108-8a0f-4162-87e7-039355b66eb3" providerId="ADAL" clId="{BFD9B7FD-4FE1-43E0-8F94-B546932335AD}" dt="2023-03-13T13:35:15.023" v="740" actId="404"/>
          <ac:cxnSpMkLst>
            <pc:docMk/>
            <pc:sldMk cId="1630608680" sldId="262"/>
            <ac:cxnSpMk id="23" creationId="{5446DA14-7369-C538-61FA-B3864F903E33}"/>
          </ac:cxnSpMkLst>
        </pc:cxnChg>
        <pc:cxnChg chg="mod">
          <ac:chgData name="Matthew James" userId="f666f108-8a0f-4162-87e7-039355b66eb3" providerId="ADAL" clId="{BFD9B7FD-4FE1-43E0-8F94-B546932335AD}" dt="2023-03-13T13:38:35.990" v="757" actId="14100"/>
          <ac:cxnSpMkLst>
            <pc:docMk/>
            <pc:sldMk cId="1630608680" sldId="262"/>
            <ac:cxnSpMk id="24" creationId="{42FC16BE-ABB8-DE7B-00EA-105CA0DF4993}"/>
          </ac:cxnSpMkLst>
        </pc:cxnChg>
        <pc:cxnChg chg="mod">
          <ac:chgData name="Matthew James" userId="f666f108-8a0f-4162-87e7-039355b66eb3" providerId="ADAL" clId="{BFD9B7FD-4FE1-43E0-8F94-B546932335AD}" dt="2023-03-13T13:35:15.023" v="740" actId="404"/>
          <ac:cxnSpMkLst>
            <pc:docMk/>
            <pc:sldMk cId="1630608680" sldId="262"/>
            <ac:cxnSpMk id="27" creationId="{97C931C9-159F-BB14-408C-937C270AF7DD}"/>
          </ac:cxnSpMkLst>
        </pc:cxnChg>
        <pc:cxnChg chg="mod">
          <ac:chgData name="Matthew James" userId="f666f108-8a0f-4162-87e7-039355b66eb3" providerId="ADAL" clId="{BFD9B7FD-4FE1-43E0-8F94-B546932335AD}" dt="2023-03-13T13:35:15.023" v="740" actId="404"/>
          <ac:cxnSpMkLst>
            <pc:docMk/>
            <pc:sldMk cId="1630608680" sldId="262"/>
            <ac:cxnSpMk id="29" creationId="{145CDB14-4985-EC33-9490-EAA91181D7A0}"/>
          </ac:cxnSpMkLst>
        </pc:cxnChg>
        <pc:cxnChg chg="mod">
          <ac:chgData name="Matthew James" userId="f666f108-8a0f-4162-87e7-039355b66eb3" providerId="ADAL" clId="{BFD9B7FD-4FE1-43E0-8F94-B546932335AD}" dt="2023-03-13T13:35:15.023" v="740" actId="404"/>
          <ac:cxnSpMkLst>
            <pc:docMk/>
            <pc:sldMk cId="1630608680" sldId="262"/>
            <ac:cxnSpMk id="37" creationId="{EB84C1E6-5D56-7170-BF02-03350350A86F}"/>
          </ac:cxnSpMkLst>
        </pc:cxnChg>
        <pc:cxnChg chg="mod">
          <ac:chgData name="Matthew James" userId="f666f108-8a0f-4162-87e7-039355b66eb3" providerId="ADAL" clId="{BFD9B7FD-4FE1-43E0-8F94-B546932335AD}" dt="2023-03-13T13:35:15.023" v="740" actId="404"/>
          <ac:cxnSpMkLst>
            <pc:docMk/>
            <pc:sldMk cId="1630608680" sldId="262"/>
            <ac:cxnSpMk id="40" creationId="{4104EEDD-A260-A03C-19D1-47C6FBFF9C6D}"/>
          </ac:cxnSpMkLst>
        </pc:cxnChg>
        <pc:cxnChg chg="add mod">
          <ac:chgData name="Matthew James" userId="f666f108-8a0f-4162-87e7-039355b66eb3" providerId="ADAL" clId="{BFD9B7FD-4FE1-43E0-8F94-B546932335AD}" dt="2023-03-13T13:38:20.574" v="751" actId="14100"/>
          <ac:cxnSpMkLst>
            <pc:docMk/>
            <pc:sldMk cId="1630608680" sldId="262"/>
            <ac:cxnSpMk id="41" creationId="{9418C0D7-4261-57B7-EB43-6C9DFA618E01}"/>
          </ac:cxnSpMkLst>
        </pc:cxnChg>
        <pc:cxnChg chg="mod">
          <ac:chgData name="Matthew James" userId="f666f108-8a0f-4162-87e7-039355b66eb3" providerId="ADAL" clId="{BFD9B7FD-4FE1-43E0-8F94-B546932335AD}" dt="2023-03-13T13:35:15.023" v="740" actId="404"/>
          <ac:cxnSpMkLst>
            <pc:docMk/>
            <pc:sldMk cId="1630608680" sldId="262"/>
            <ac:cxnSpMk id="43" creationId="{8878D3FA-E733-BFAD-1BF3-0613BE392563}"/>
          </ac:cxnSpMkLst>
        </pc:cxnChg>
        <pc:cxnChg chg="mod">
          <ac:chgData name="Matthew James" userId="f666f108-8a0f-4162-87e7-039355b66eb3" providerId="ADAL" clId="{BFD9B7FD-4FE1-43E0-8F94-B546932335AD}" dt="2023-03-13T14:01:55.697" v="1163" actId="14100"/>
          <ac:cxnSpMkLst>
            <pc:docMk/>
            <pc:sldMk cId="1630608680" sldId="262"/>
            <ac:cxnSpMk id="49" creationId="{6C84CC76-A064-E824-8EEA-46B495B9BA2F}"/>
          </ac:cxnSpMkLst>
        </pc:cxnChg>
        <pc:cxnChg chg="mod">
          <ac:chgData name="Matthew James" userId="f666f108-8a0f-4162-87e7-039355b66eb3" providerId="ADAL" clId="{BFD9B7FD-4FE1-43E0-8F94-B546932335AD}" dt="2023-03-13T13:35:15.023" v="740" actId="404"/>
          <ac:cxnSpMkLst>
            <pc:docMk/>
            <pc:sldMk cId="1630608680" sldId="262"/>
            <ac:cxnSpMk id="57" creationId="{66D726EF-4A04-F5A4-1FB3-087B50E28B7A}"/>
          </ac:cxnSpMkLst>
        </pc:cxnChg>
        <pc:cxnChg chg="mod">
          <ac:chgData name="Matthew James" userId="f666f108-8a0f-4162-87e7-039355b66eb3" providerId="ADAL" clId="{BFD9B7FD-4FE1-43E0-8F94-B546932335AD}" dt="2023-03-13T13:38:30.798" v="755" actId="1076"/>
          <ac:cxnSpMkLst>
            <pc:docMk/>
            <pc:sldMk cId="1630608680" sldId="262"/>
            <ac:cxnSpMk id="4113" creationId="{08501B48-8B07-F92A-B30C-71E81C259DF5}"/>
          </ac:cxnSpMkLst>
        </pc:cxnChg>
        <pc:cxnChg chg="add mod">
          <ac:chgData name="Matthew James" userId="f666f108-8a0f-4162-87e7-039355b66eb3" providerId="ADAL" clId="{BFD9B7FD-4FE1-43E0-8F94-B546932335AD}" dt="2023-03-13T13:40:04.491" v="792" actId="14100"/>
          <ac:cxnSpMkLst>
            <pc:docMk/>
            <pc:sldMk cId="1630608680" sldId="262"/>
            <ac:cxnSpMk id="4118" creationId="{945C9A9C-DCC8-74F6-F1DF-947F370FF54E}"/>
          </ac:cxnSpMkLst>
        </pc:cxnChg>
        <pc:cxnChg chg="mod">
          <ac:chgData name="Matthew James" userId="f666f108-8a0f-4162-87e7-039355b66eb3" providerId="ADAL" clId="{BFD9B7FD-4FE1-43E0-8F94-B546932335AD}" dt="2023-03-13T13:35:15.023" v="740" actId="404"/>
          <ac:cxnSpMkLst>
            <pc:docMk/>
            <pc:sldMk cId="1630608680" sldId="262"/>
            <ac:cxnSpMk id="4150" creationId="{12A356DD-A2C0-73A7-8DCF-1B5F7D0707B2}"/>
          </ac:cxnSpMkLst>
        </pc:cxnChg>
        <pc:cxnChg chg="mod">
          <ac:chgData name="Matthew James" userId="f666f108-8a0f-4162-87e7-039355b66eb3" providerId="ADAL" clId="{BFD9B7FD-4FE1-43E0-8F94-B546932335AD}" dt="2023-03-13T13:35:45.106" v="747" actId="1076"/>
          <ac:cxnSpMkLst>
            <pc:docMk/>
            <pc:sldMk cId="1630608680" sldId="262"/>
            <ac:cxnSpMk id="4151" creationId="{73044F2B-C79B-D536-74F6-22E69B8DC357}"/>
          </ac:cxnSpMkLst>
        </pc:cxnChg>
        <pc:cxnChg chg="mod">
          <ac:chgData name="Matthew James" userId="f666f108-8a0f-4162-87e7-039355b66eb3" providerId="ADAL" clId="{BFD9B7FD-4FE1-43E0-8F94-B546932335AD}" dt="2023-03-13T13:35:15.023" v="740" actId="404"/>
          <ac:cxnSpMkLst>
            <pc:docMk/>
            <pc:sldMk cId="1630608680" sldId="262"/>
            <ac:cxnSpMk id="4168" creationId="{076DFBC9-7B6F-D099-32FB-DCB7E9E12B88}"/>
          </ac:cxnSpMkLst>
        </pc:cxnChg>
        <pc:cxnChg chg="mod">
          <ac:chgData name="Matthew James" userId="f666f108-8a0f-4162-87e7-039355b66eb3" providerId="ADAL" clId="{BFD9B7FD-4FE1-43E0-8F94-B546932335AD}" dt="2023-03-13T14:03:38" v="1169" actId="14100"/>
          <ac:cxnSpMkLst>
            <pc:docMk/>
            <pc:sldMk cId="1630608680" sldId="262"/>
            <ac:cxnSpMk id="4169" creationId="{A686CA3C-2620-F3D1-466F-AD87450486FB}"/>
          </ac:cxnSpMkLst>
        </pc:cxnChg>
      </pc:sldChg>
      <pc:sldChg chg="addSp delSp modSp mod">
        <pc:chgData name="Matthew James" userId="f666f108-8a0f-4162-87e7-039355b66eb3" providerId="ADAL" clId="{BFD9B7FD-4FE1-43E0-8F94-B546932335AD}" dt="2023-03-13T13:43:15.503" v="833" actId="478"/>
        <pc:sldMkLst>
          <pc:docMk/>
          <pc:sldMk cId="247086847" sldId="263"/>
        </pc:sldMkLst>
        <pc:spChg chg="mod">
          <ac:chgData name="Matthew James" userId="f666f108-8a0f-4162-87e7-039355b66eb3" providerId="ADAL" clId="{BFD9B7FD-4FE1-43E0-8F94-B546932335AD}" dt="2023-03-13T13:14:38.286" v="74" actId="1076"/>
          <ac:spMkLst>
            <pc:docMk/>
            <pc:sldMk cId="247086847" sldId="263"/>
            <ac:spMk id="2" creationId="{A2475AEC-7FB4-6469-3338-356BD3DBAAFA}"/>
          </ac:spMkLst>
        </pc:spChg>
        <pc:spChg chg="del mod">
          <ac:chgData name="Matthew James" userId="f666f108-8a0f-4162-87e7-039355b66eb3" providerId="ADAL" clId="{BFD9B7FD-4FE1-43E0-8F94-B546932335AD}" dt="2023-03-13T13:43:03.791" v="827" actId="478"/>
          <ac:spMkLst>
            <pc:docMk/>
            <pc:sldMk cId="247086847" sldId="263"/>
            <ac:spMk id="13" creationId="{E1898EF5-42BF-3CE9-6E5E-E42AAB39335C}"/>
          </ac:spMkLst>
        </pc:spChg>
        <pc:spChg chg="del">
          <ac:chgData name="Matthew James" userId="f666f108-8a0f-4162-87e7-039355b66eb3" providerId="ADAL" clId="{BFD9B7FD-4FE1-43E0-8F94-B546932335AD}" dt="2023-03-13T13:43:13.111" v="832" actId="478"/>
          <ac:spMkLst>
            <pc:docMk/>
            <pc:sldMk cId="247086847" sldId="263"/>
            <ac:spMk id="24" creationId="{4F3D4441-9FA0-A499-57C5-F91B5BE7F160}"/>
          </ac:spMkLst>
        </pc:spChg>
        <pc:spChg chg="del">
          <ac:chgData name="Matthew James" userId="f666f108-8a0f-4162-87e7-039355b66eb3" providerId="ADAL" clId="{BFD9B7FD-4FE1-43E0-8F94-B546932335AD}" dt="2023-03-13T13:43:07.785" v="830" actId="478"/>
          <ac:spMkLst>
            <pc:docMk/>
            <pc:sldMk cId="247086847" sldId="263"/>
            <ac:spMk id="26" creationId="{2CF3ABA4-0A17-B904-CA47-8F0A1DE7D465}"/>
          </ac:spMkLst>
        </pc:spChg>
        <pc:spChg chg="mod">
          <ac:chgData name="Matthew James" userId="f666f108-8a0f-4162-87e7-039355b66eb3" providerId="ADAL" clId="{BFD9B7FD-4FE1-43E0-8F94-B546932335AD}" dt="2023-03-13T13:13:45.077" v="67" actId="1076"/>
          <ac:spMkLst>
            <pc:docMk/>
            <pc:sldMk cId="247086847" sldId="263"/>
            <ac:spMk id="30" creationId="{C38E75E6-9165-EA70-C40A-5FD8F5F760EE}"/>
          </ac:spMkLst>
        </pc:spChg>
        <pc:spChg chg="mod">
          <ac:chgData name="Matthew James" userId="f666f108-8a0f-4162-87e7-039355b66eb3" providerId="ADAL" clId="{BFD9B7FD-4FE1-43E0-8F94-B546932335AD}" dt="2023-03-13T13:13:53.884" v="69" actId="1076"/>
          <ac:spMkLst>
            <pc:docMk/>
            <pc:sldMk cId="247086847" sldId="263"/>
            <ac:spMk id="50" creationId="{8A2CA333-5990-1F72-509C-030782D71005}"/>
          </ac:spMkLst>
        </pc:spChg>
        <pc:spChg chg="mod">
          <ac:chgData name="Matthew James" userId="f666f108-8a0f-4162-87e7-039355b66eb3" providerId="ADAL" clId="{BFD9B7FD-4FE1-43E0-8F94-B546932335AD}" dt="2023-03-13T13:13:56.683" v="70" actId="1076"/>
          <ac:spMkLst>
            <pc:docMk/>
            <pc:sldMk cId="247086847" sldId="263"/>
            <ac:spMk id="51" creationId="{B6FEE940-549D-CC1B-53B7-9A57A9B9A407}"/>
          </ac:spMkLst>
        </pc:spChg>
        <pc:spChg chg="mod">
          <ac:chgData name="Matthew James" userId="f666f108-8a0f-4162-87e7-039355b66eb3" providerId="ADAL" clId="{BFD9B7FD-4FE1-43E0-8F94-B546932335AD}" dt="2023-03-13T13:13:49.644" v="68" actId="1076"/>
          <ac:spMkLst>
            <pc:docMk/>
            <pc:sldMk cId="247086847" sldId="263"/>
            <ac:spMk id="53" creationId="{C06CF3BE-CF2E-5940-A11A-2B53427C4B75}"/>
          </ac:spMkLst>
        </pc:spChg>
        <pc:spChg chg="mod">
          <ac:chgData name="Matthew James" userId="f666f108-8a0f-4162-87e7-039355b66eb3" providerId="ADAL" clId="{BFD9B7FD-4FE1-43E0-8F94-B546932335AD}" dt="2023-03-13T13:13:14.656" v="65" actId="1076"/>
          <ac:spMkLst>
            <pc:docMk/>
            <pc:sldMk cId="247086847" sldId="263"/>
            <ac:spMk id="55" creationId="{88AE14DA-14D8-7403-E2E8-9CF9710DCA9A}"/>
          </ac:spMkLst>
        </pc:spChg>
        <pc:grpChg chg="add del">
          <ac:chgData name="Matthew James" userId="f666f108-8a0f-4162-87e7-039355b66eb3" providerId="ADAL" clId="{BFD9B7FD-4FE1-43E0-8F94-B546932335AD}" dt="2023-03-13T13:43:05.737" v="829" actId="478"/>
          <ac:grpSpMkLst>
            <pc:docMk/>
            <pc:sldMk cId="247086847" sldId="263"/>
            <ac:grpSpMk id="4" creationId="{E9D83371-2268-F9C4-AF1A-47190691B13B}"/>
          </ac:grpSpMkLst>
        </pc:grpChg>
        <pc:grpChg chg="del">
          <ac:chgData name="Matthew James" userId="f666f108-8a0f-4162-87e7-039355b66eb3" providerId="ADAL" clId="{BFD9B7FD-4FE1-43E0-8F94-B546932335AD}" dt="2023-03-13T13:43:07.785" v="830" actId="478"/>
          <ac:grpSpMkLst>
            <pc:docMk/>
            <pc:sldMk cId="247086847" sldId="263"/>
            <ac:grpSpMk id="15" creationId="{B45AC63D-A35D-2B87-0C75-4491950F77A7}"/>
          </ac:grpSpMkLst>
        </pc:grpChg>
        <pc:grpChg chg="del">
          <ac:chgData name="Matthew James" userId="f666f108-8a0f-4162-87e7-039355b66eb3" providerId="ADAL" clId="{BFD9B7FD-4FE1-43E0-8F94-B546932335AD}" dt="2023-03-13T13:43:13.111" v="832" actId="478"/>
          <ac:grpSpMkLst>
            <pc:docMk/>
            <pc:sldMk cId="247086847" sldId="263"/>
            <ac:grpSpMk id="16" creationId="{746AD702-4149-AD0F-B96C-24B25BA2FCEB}"/>
          </ac:grpSpMkLst>
        </pc:grpChg>
        <pc:cxnChg chg="del">
          <ac:chgData name="Matthew James" userId="f666f108-8a0f-4162-87e7-039355b66eb3" providerId="ADAL" clId="{BFD9B7FD-4FE1-43E0-8F94-B546932335AD}" dt="2023-03-13T13:43:15.503" v="833" actId="478"/>
          <ac:cxnSpMkLst>
            <pc:docMk/>
            <pc:sldMk cId="247086847" sldId="263"/>
            <ac:cxnSpMk id="25" creationId="{484F036A-1949-472B-C73F-9A9053BEC2DF}"/>
          </ac:cxnSpMkLst>
        </pc:cxnChg>
        <pc:cxnChg chg="del">
          <ac:chgData name="Matthew James" userId="f666f108-8a0f-4162-87e7-039355b66eb3" providerId="ADAL" clId="{BFD9B7FD-4FE1-43E0-8F94-B546932335AD}" dt="2023-03-13T13:43:10.071" v="831" actId="478"/>
          <ac:cxnSpMkLst>
            <pc:docMk/>
            <pc:sldMk cId="247086847" sldId="263"/>
            <ac:cxnSpMk id="27" creationId="{72FA5CD4-2483-E192-A9A9-694E2D052163}"/>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0D725E-C993-404C-A03F-1355C8AC60CF}" type="datetimeFigureOut">
              <a:rPr lang="en-GB" smtClean="0"/>
              <a:t>04/05/2023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A23B16-8244-4D36-8F35-AB7A99DB26D2}" type="slidenum">
              <a:rPr lang="en-GB" smtClean="0"/>
              <a:t>‹#›</a:t>
            </a:fld>
            <a:endParaRPr lang="en-GB"/>
          </a:p>
        </p:txBody>
      </p:sp>
    </p:spTree>
    <p:extLst>
      <p:ext uri="{BB962C8B-B14F-4D97-AF65-F5344CB8AC3E}">
        <p14:creationId xmlns:p14="http://schemas.microsoft.com/office/powerpoint/2010/main" val="69538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3C94A2E-F443-442D-9135-6D9EBF779611}" type="slidenum">
              <a:rPr lang="en-GB" smtClean="0"/>
              <a:t>2</a:t>
            </a:fld>
            <a:endParaRPr lang="en-GB"/>
          </a:p>
        </p:txBody>
      </p:sp>
    </p:spTree>
    <p:extLst>
      <p:ext uri="{BB962C8B-B14F-4D97-AF65-F5344CB8AC3E}">
        <p14:creationId xmlns:p14="http://schemas.microsoft.com/office/powerpoint/2010/main" val="1289801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These are the main functions of the program that the user and admins can interact with</a:t>
            </a:r>
          </a:p>
          <a:p>
            <a:endParaRPr lang="en-GB"/>
          </a:p>
          <a:p>
            <a:r>
              <a:rPr lang="en-GB"/>
              <a:t>The user can login which will undergo validation and if the y forget their password they can use the forgot password function</a:t>
            </a:r>
          </a:p>
          <a:p>
            <a:endParaRPr lang="en-GB"/>
          </a:p>
          <a:p>
            <a:r>
              <a:rPr lang="en-GB"/>
              <a:t>While within the program they can log off again for obvious reasons</a:t>
            </a:r>
          </a:p>
          <a:p>
            <a:endParaRPr lang="en-GB"/>
          </a:p>
          <a:p>
            <a:r>
              <a:rPr lang="en-GB"/>
              <a:t>On the main page they can select how they want their course to work by selecting their naïve language the language they want to learn and what difficulty using drop down menus</a:t>
            </a:r>
          </a:p>
          <a:p>
            <a:endParaRPr lang="en-GB"/>
          </a:p>
          <a:p>
            <a:r>
              <a:rPr lang="en-GB"/>
              <a:t>They will be able to access the Leaderboard where it displays the users name, points , their position and the top 3 names and points</a:t>
            </a:r>
          </a:p>
          <a:p>
            <a:endParaRPr lang="en-GB"/>
          </a:p>
          <a:p>
            <a:r>
              <a:rPr lang="en-GB"/>
              <a:t>Their points will always be visible on the main screen soi they can track their progress</a:t>
            </a:r>
          </a:p>
          <a:p>
            <a:endParaRPr lang="en-GB"/>
          </a:p>
          <a:p>
            <a:r>
              <a:rPr lang="en-GB"/>
              <a:t>They will be able to give app based feedback on how to improve the app through a button on the main page</a:t>
            </a:r>
          </a:p>
          <a:p>
            <a:endParaRPr lang="en-GB"/>
          </a:p>
          <a:p>
            <a:r>
              <a:rPr lang="en-GB"/>
              <a:t>Students can select which module they would like to learn and after which they are taken to a screen where they do whichever activity they want  and they can submit audio for teacher to evaluate </a:t>
            </a:r>
          </a:p>
          <a:p>
            <a:endParaRPr lang="en-GB"/>
          </a:p>
          <a:p>
            <a:endParaRPr lang="en-GB"/>
          </a:p>
          <a:p>
            <a:r>
              <a:rPr lang="en-GB"/>
              <a:t>Admins as well as the previous functions will be able to:</a:t>
            </a:r>
          </a:p>
          <a:p>
            <a:endParaRPr lang="en-GB"/>
          </a:p>
          <a:p>
            <a:r>
              <a:rPr lang="en-GB"/>
              <a:t>Give progress feedback to students through messages </a:t>
            </a:r>
          </a:p>
          <a:p>
            <a:endParaRPr lang="en-GB"/>
          </a:p>
          <a:p>
            <a:r>
              <a:rPr lang="en-GB"/>
              <a:t>They can view the users data including usage time, activity logs, point count</a:t>
            </a:r>
          </a:p>
          <a:p>
            <a:endParaRPr lang="en-GB"/>
          </a:p>
          <a:p>
            <a:r>
              <a:rPr lang="en-GB"/>
              <a:t>Finally they can give feedback on quality of pronunciation in audio submissions</a:t>
            </a:r>
          </a:p>
        </p:txBody>
      </p:sp>
      <p:sp>
        <p:nvSpPr>
          <p:cNvPr id="4" name="Slide Number Placeholder 3"/>
          <p:cNvSpPr>
            <a:spLocks noGrp="1"/>
          </p:cNvSpPr>
          <p:nvPr>
            <p:ph type="sldNum" sz="quarter" idx="5"/>
          </p:nvPr>
        </p:nvSpPr>
        <p:spPr/>
        <p:txBody>
          <a:bodyPr/>
          <a:lstStyle/>
          <a:p>
            <a:fld id="{F3C94A2E-F443-442D-9135-6D9EBF779611}" type="slidenum">
              <a:rPr lang="en-GB" smtClean="0"/>
              <a:t>3</a:t>
            </a:fld>
            <a:endParaRPr lang="en-GB"/>
          </a:p>
        </p:txBody>
      </p:sp>
    </p:spTree>
    <p:extLst>
      <p:ext uri="{BB962C8B-B14F-4D97-AF65-F5344CB8AC3E}">
        <p14:creationId xmlns:p14="http://schemas.microsoft.com/office/powerpoint/2010/main" val="1023742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A23B16-8244-4D36-8F35-AB7A99DB26D2}" type="slidenum">
              <a:rPr lang="en-GB" smtClean="0"/>
              <a:t>4</a:t>
            </a:fld>
            <a:endParaRPr lang="en-GB"/>
          </a:p>
        </p:txBody>
      </p:sp>
    </p:spTree>
    <p:extLst>
      <p:ext uri="{BB962C8B-B14F-4D97-AF65-F5344CB8AC3E}">
        <p14:creationId xmlns:p14="http://schemas.microsoft.com/office/powerpoint/2010/main" val="3239109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They start as a new user when they enter a username and password the login check references the login credential storage data store, it there is a match the new user becomes a proper user if they fail they have to retry </a:t>
            </a:r>
          </a:p>
          <a:p>
            <a:endParaRPr lang="en-GB"/>
          </a:p>
          <a:p>
            <a:r>
              <a:rPr lang="en-GB"/>
              <a:t>Before they can select an activity the user has to choose their native language, learning language and difficulty which is then stored within the profile/progress data store</a:t>
            </a:r>
          </a:p>
          <a:p>
            <a:endParaRPr lang="en-GB"/>
          </a:p>
          <a:p>
            <a:r>
              <a:rPr lang="en-GB"/>
              <a:t>When the user chooses a module the chosen and native language are sent to the activities process which requests activity data in those languages and that data is used within the activity</a:t>
            </a:r>
          </a:p>
          <a:p>
            <a:endParaRPr lang="en-GB"/>
          </a:p>
          <a:p>
            <a:r>
              <a:rPr lang="en-GB"/>
              <a:t>After the activity is finished the points gained are sent to the point count storage where the current point total is retrieved and added to the points gained and this value is stored  in the point count storage and sent to the user where it can be viewed on the home screen</a:t>
            </a:r>
          </a:p>
          <a:p>
            <a:endParaRPr lang="en-GB"/>
          </a:p>
          <a:p>
            <a:r>
              <a:rPr lang="en-GB"/>
              <a:t>Use data is constantly sent to the profile/progress data store</a:t>
            </a:r>
          </a:p>
          <a:p>
            <a:endParaRPr lang="en-GB"/>
          </a:p>
          <a:p>
            <a:r>
              <a:rPr lang="en-GB"/>
              <a:t>Admins can view data from the point count storage and the profile/progress data store</a:t>
            </a:r>
          </a:p>
          <a:p>
            <a:endParaRPr lang="en-GB"/>
          </a:p>
          <a:p>
            <a:r>
              <a:rPr lang="en-GB"/>
              <a:t>When the user wants to log off they activate the log off process and become a new user again</a:t>
            </a:r>
          </a:p>
          <a:p>
            <a:endParaRPr lang="en-GB"/>
          </a:p>
          <a:p>
            <a:endParaRPr lang="en-GB"/>
          </a:p>
        </p:txBody>
      </p:sp>
      <p:sp>
        <p:nvSpPr>
          <p:cNvPr id="4" name="Slide Number Placeholder 3"/>
          <p:cNvSpPr>
            <a:spLocks noGrp="1"/>
          </p:cNvSpPr>
          <p:nvPr>
            <p:ph type="sldNum" sz="quarter" idx="5"/>
          </p:nvPr>
        </p:nvSpPr>
        <p:spPr/>
        <p:txBody>
          <a:bodyPr/>
          <a:lstStyle/>
          <a:p>
            <a:fld id="{CFA23B16-8244-4D36-8F35-AB7A99DB26D2}" type="slidenum">
              <a:rPr lang="en-GB" smtClean="0"/>
              <a:t>6</a:t>
            </a:fld>
            <a:endParaRPr lang="en-GB"/>
          </a:p>
        </p:txBody>
      </p:sp>
    </p:spTree>
    <p:extLst>
      <p:ext uri="{BB962C8B-B14F-4D97-AF65-F5344CB8AC3E}">
        <p14:creationId xmlns:p14="http://schemas.microsoft.com/office/powerpoint/2010/main" val="1416731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Graphical mock up of the home page (never got sent the logo and name)</a:t>
            </a:r>
          </a:p>
          <a:p>
            <a:endParaRPr lang="en-GB" dirty="0"/>
          </a:p>
          <a:p>
            <a:r>
              <a:rPr lang="en-GB" dirty="0"/>
              <a:t>https://r.search.yahoo.com/_ylt=AwrFbIzs81Nk2NgQ3i6e3olQ;_ylu=c2VjA3NyBHNsawNpbWcEb2lkA2EwYWExNWFkY2E3MjdmYWUxMDBiZTY1OTgyMmRlZGI4BGdwb3MDOQRpdANiaW5n/RV=2/RE=1683252332/RO=11/RU=https%3a%2f%2fwebstockreview.net%2fexplore%2fprofile-icon-png%2f/RK=2/RS=xAb611Z6B91b6.EJDVOP7J9fQts-</a:t>
            </a:r>
          </a:p>
          <a:p>
            <a:endParaRPr lang="en-GB" dirty="0"/>
          </a:p>
          <a:p>
            <a:endParaRPr lang="en-GB" dirty="0"/>
          </a:p>
        </p:txBody>
      </p:sp>
      <p:sp>
        <p:nvSpPr>
          <p:cNvPr id="4" name="Slide Number Placeholder 3"/>
          <p:cNvSpPr>
            <a:spLocks noGrp="1"/>
          </p:cNvSpPr>
          <p:nvPr>
            <p:ph type="sldNum" sz="quarter" idx="5"/>
          </p:nvPr>
        </p:nvSpPr>
        <p:spPr/>
        <p:txBody>
          <a:bodyPr/>
          <a:lstStyle/>
          <a:p>
            <a:fld id="{CFA23B16-8244-4D36-8F35-AB7A99DB26D2}" type="slidenum">
              <a:rPr lang="en-GB" smtClean="0"/>
              <a:t>12</a:t>
            </a:fld>
            <a:endParaRPr lang="en-GB"/>
          </a:p>
        </p:txBody>
      </p:sp>
    </p:spTree>
    <p:extLst>
      <p:ext uri="{BB962C8B-B14F-4D97-AF65-F5344CB8AC3E}">
        <p14:creationId xmlns:p14="http://schemas.microsoft.com/office/powerpoint/2010/main" val="2887237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FA23B16-8244-4D36-8F35-AB7A99DB26D2}" type="slidenum">
              <a:rPr lang="en-GB" smtClean="0"/>
              <a:t>13</a:t>
            </a:fld>
            <a:endParaRPr lang="en-GB"/>
          </a:p>
        </p:txBody>
      </p:sp>
    </p:spTree>
    <p:extLst>
      <p:ext uri="{BB962C8B-B14F-4D97-AF65-F5344CB8AC3E}">
        <p14:creationId xmlns:p14="http://schemas.microsoft.com/office/powerpoint/2010/main" val="3711812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220A560-73E1-4F09-B1CD-47BE8FD8C52C}" type="datetimeFigureOut">
              <a:rPr lang="en-GB" smtClean="0"/>
              <a:t>04/05/2023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2237682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20A560-73E1-4F09-B1CD-47BE8FD8C52C}" type="datetimeFigureOut">
              <a:rPr lang="en-GB" smtClean="0"/>
              <a:t>04/05/2023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3316980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20A560-73E1-4F09-B1CD-47BE8FD8C52C}" type="datetimeFigureOut">
              <a:rPr lang="en-GB" smtClean="0"/>
              <a:t>04/05/2023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3706508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220A560-73E1-4F09-B1CD-47BE8FD8C52C}" type="datetimeFigureOut">
              <a:rPr lang="en-GB" smtClean="0"/>
              <a:t>04/05/2023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839707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220A560-73E1-4F09-B1CD-47BE8FD8C52C}" type="datetimeFigureOut">
              <a:rPr lang="en-GB" smtClean="0"/>
              <a:t>04/05/2023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3881639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220A560-73E1-4F09-B1CD-47BE8FD8C52C}" type="datetimeFigureOut">
              <a:rPr lang="en-GB" smtClean="0"/>
              <a:t>04/05/2023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4170477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20A560-73E1-4F09-B1CD-47BE8FD8C52C}" type="datetimeFigureOut">
              <a:rPr lang="en-GB" smtClean="0"/>
              <a:t>04/05/2023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2641173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20A560-73E1-4F09-B1CD-47BE8FD8C52C}" type="datetimeFigureOut">
              <a:rPr lang="en-GB" smtClean="0"/>
              <a:t>04/05/2023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3299428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20A560-73E1-4F09-B1CD-47BE8FD8C52C}" type="datetimeFigureOut">
              <a:rPr lang="en-GB" smtClean="0"/>
              <a:t>04/05/2023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4104279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20A560-73E1-4F09-B1CD-47BE8FD8C52C}" type="datetimeFigureOut">
              <a:rPr lang="en-GB" smtClean="0"/>
              <a:t>04/05/2023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1104992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20A560-73E1-4F09-B1CD-47BE8FD8C52C}" type="datetimeFigureOut">
              <a:rPr lang="en-GB" smtClean="0"/>
              <a:t>04/05/2023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1387181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20A560-73E1-4F09-B1CD-47BE8FD8C52C}" type="datetimeFigureOut">
              <a:rPr lang="en-GB" smtClean="0"/>
              <a:t>04/05/2023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BEF2610-2BB1-4155-ABAF-1FC757E64995}" type="slidenum">
              <a:rPr lang="en-GB" smtClean="0"/>
              <a:t>‹#›</a:t>
            </a:fld>
            <a:endParaRPr lang="en-GB"/>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4851333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20A560-73E1-4F09-B1CD-47BE8FD8C52C}" type="datetimeFigureOut">
              <a:rPr lang="en-GB" smtClean="0"/>
              <a:t>04/05/2023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5666153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220A560-73E1-4F09-B1CD-47BE8FD8C52C}" type="datetimeFigureOut">
              <a:rPr lang="en-GB" smtClean="0"/>
              <a:t>04/05/2023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632033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220A560-73E1-4F09-B1CD-47BE8FD8C52C}" type="datetimeFigureOut">
              <a:rPr lang="en-GB" smtClean="0"/>
              <a:t>04/05/2023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3554654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20A560-73E1-4F09-B1CD-47BE8FD8C52C}" type="datetimeFigureOut">
              <a:rPr lang="en-GB" smtClean="0"/>
              <a:t>04/05/2023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5864951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20A560-73E1-4F09-B1CD-47BE8FD8C52C}" type="datetimeFigureOut">
              <a:rPr lang="en-GB" smtClean="0"/>
              <a:t>04/05/2023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EF2610-2BB1-4155-ABAF-1FC757E64995}" type="slidenum">
              <a:rPr lang="en-GB" smtClean="0"/>
              <a:t>‹#›</a:t>
            </a:fld>
            <a:endParaRPr lang="en-GB"/>
          </a:p>
        </p:txBody>
      </p:sp>
    </p:spTree>
    <p:extLst>
      <p:ext uri="{BB962C8B-B14F-4D97-AF65-F5344CB8AC3E}">
        <p14:creationId xmlns:p14="http://schemas.microsoft.com/office/powerpoint/2010/main" val="2252541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220A560-73E1-4F09-B1CD-47BE8FD8C52C}" type="datetimeFigureOut">
              <a:rPr lang="en-GB" smtClean="0"/>
              <a:t>04/05/2023</a:t>
            </a:fld>
            <a:endParaRPr lang="en-GB"/>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0BEF2610-2BB1-4155-ABAF-1FC757E64995}" type="slidenum">
              <a:rPr lang="en-GB" smtClean="0"/>
              <a:t>‹#›</a:t>
            </a:fld>
            <a:endParaRPr lang="en-GB"/>
          </a:p>
        </p:txBody>
      </p:sp>
    </p:spTree>
    <p:extLst>
      <p:ext uri="{BB962C8B-B14F-4D97-AF65-F5344CB8AC3E}">
        <p14:creationId xmlns:p14="http://schemas.microsoft.com/office/powerpoint/2010/main" val="2047646946"/>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0B6DE-CBC1-6497-3A1A-3B1F43C29A57}"/>
              </a:ext>
            </a:extLst>
          </p:cNvPr>
          <p:cNvSpPr>
            <a:spLocks noGrp="1"/>
          </p:cNvSpPr>
          <p:nvPr>
            <p:ph type="ctrTitle"/>
          </p:nvPr>
        </p:nvSpPr>
        <p:spPr>
          <a:xfrm>
            <a:off x="1524000" y="1122363"/>
            <a:ext cx="9144000" cy="2306637"/>
          </a:xfrm>
        </p:spPr>
        <p:txBody>
          <a:bodyPr/>
          <a:lstStyle/>
          <a:p>
            <a:r>
              <a:rPr lang="en-GB"/>
              <a:t>P3 design based on requirements </a:t>
            </a:r>
          </a:p>
        </p:txBody>
      </p:sp>
    </p:spTree>
    <p:extLst>
      <p:ext uri="{BB962C8B-B14F-4D97-AF65-F5344CB8AC3E}">
        <p14:creationId xmlns:p14="http://schemas.microsoft.com/office/powerpoint/2010/main" val="690484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FAC13-7E76-CA52-1795-64D782CDD63F}"/>
              </a:ext>
            </a:extLst>
          </p:cNvPr>
          <p:cNvSpPr>
            <a:spLocks noGrp="1"/>
          </p:cNvSpPr>
          <p:nvPr>
            <p:ph type="title"/>
          </p:nvPr>
        </p:nvSpPr>
        <p:spPr>
          <a:xfrm>
            <a:off x="58723" y="48755"/>
            <a:ext cx="12133277" cy="1184427"/>
          </a:xfrm>
          <a:noFill/>
        </p:spPr>
        <p:txBody>
          <a:bodyPr/>
          <a:lstStyle/>
          <a:p>
            <a:r>
              <a:rPr lang="en-GB"/>
              <a:t>Your requirements based on the brief and interview </a:t>
            </a:r>
          </a:p>
        </p:txBody>
      </p:sp>
      <p:sp>
        <p:nvSpPr>
          <p:cNvPr id="3" name="Content Placeholder 2">
            <a:extLst>
              <a:ext uri="{FF2B5EF4-FFF2-40B4-BE49-F238E27FC236}">
                <a16:creationId xmlns:a16="http://schemas.microsoft.com/office/drawing/2014/main" id="{E658AD10-51E4-F8A4-1F6E-B290B92AB310}"/>
              </a:ext>
            </a:extLst>
          </p:cNvPr>
          <p:cNvSpPr>
            <a:spLocks noGrp="1"/>
          </p:cNvSpPr>
          <p:nvPr>
            <p:ph idx="1"/>
          </p:nvPr>
        </p:nvSpPr>
        <p:spPr>
          <a:xfrm>
            <a:off x="478172" y="1233182"/>
            <a:ext cx="10875628" cy="5815688"/>
          </a:xfrm>
        </p:spPr>
        <p:txBody>
          <a:bodyPr>
            <a:noAutofit/>
          </a:bodyPr>
          <a:lstStyle/>
          <a:p>
            <a:pPr>
              <a:lnSpc>
                <a:spcPct val="100000"/>
              </a:lnSpc>
              <a:spcBef>
                <a:spcPts val="0"/>
              </a:spcBef>
            </a:pPr>
            <a:r>
              <a:rPr lang="en-GB">
                <a:effectLst/>
                <a:latin typeface="Calibri" panose="020F0502020204030204" pitchFamily="34" charset="0"/>
                <a:ea typeface="Calibri" panose="020F0502020204030204" pitchFamily="34" charset="0"/>
                <a:cs typeface="Times New Roman" panose="02020603050405020304" pitchFamily="18" charset="0"/>
              </a:rPr>
              <a:t>Must be fun to use and engaging.</a:t>
            </a:r>
          </a:p>
          <a:p>
            <a:pPr marL="0" indent="0">
              <a:lnSpc>
                <a:spcPct val="100000"/>
              </a:lnSpc>
              <a:spcBef>
                <a:spcPts val="0"/>
              </a:spcBef>
              <a:buNone/>
            </a:pPr>
            <a:endParaRPr lang="en-GB">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GB">
                <a:effectLst/>
                <a:latin typeface="Calibri" panose="020F0502020204030204" pitchFamily="34" charset="0"/>
                <a:ea typeface="Calibri" panose="020F0502020204030204" pitchFamily="34" charset="0"/>
                <a:cs typeface="Times New Roman" panose="02020603050405020304" pitchFamily="18" charset="0"/>
              </a:rPr>
              <a:t>Point system.</a:t>
            </a:r>
          </a:p>
          <a:p>
            <a:pPr marL="0" indent="0">
              <a:lnSpc>
                <a:spcPct val="100000"/>
              </a:lnSpc>
              <a:spcBef>
                <a:spcPts val="0"/>
              </a:spcBef>
              <a:buNone/>
            </a:pPr>
            <a:endParaRPr lang="en-GB">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GB">
                <a:effectLst/>
                <a:latin typeface="Calibri" panose="020F0502020204030204" pitchFamily="34" charset="0"/>
                <a:ea typeface="Calibri" panose="020F0502020204030204" pitchFamily="34" charset="0"/>
                <a:cs typeface="Times New Roman" panose="02020603050405020304" pitchFamily="18" charset="0"/>
              </a:rPr>
              <a:t>Progress and usage to be viewable by admins.</a:t>
            </a:r>
          </a:p>
          <a:p>
            <a:pPr marL="0" indent="0">
              <a:lnSpc>
                <a:spcPct val="100000"/>
              </a:lnSpc>
              <a:spcBef>
                <a:spcPts val="0"/>
              </a:spcBef>
              <a:buNone/>
            </a:pPr>
            <a:endParaRPr lang="en-GB">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GB">
                <a:effectLst/>
                <a:latin typeface="Calibri" panose="020F0502020204030204" pitchFamily="34" charset="0"/>
                <a:ea typeface="Calibri" panose="020F0502020204030204" pitchFamily="34" charset="0"/>
                <a:cs typeface="Times New Roman" panose="02020603050405020304" pitchFamily="18" charset="0"/>
              </a:rPr>
              <a:t>Native language selection</a:t>
            </a:r>
          </a:p>
          <a:p>
            <a:pPr marL="0" indent="0">
              <a:lnSpc>
                <a:spcPct val="100000"/>
              </a:lnSpc>
              <a:spcBef>
                <a:spcPts val="0"/>
              </a:spcBef>
              <a:buNone/>
            </a:pPr>
            <a:endParaRPr lang="en-GB">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GB">
                <a:effectLst/>
                <a:latin typeface="Calibri" panose="020F0502020204030204" pitchFamily="34" charset="0"/>
                <a:ea typeface="Calibri" panose="020F0502020204030204" pitchFamily="34" charset="0"/>
                <a:cs typeface="Times New Roman" panose="02020603050405020304" pitchFamily="18" charset="0"/>
              </a:rPr>
              <a:t> words on screen written in both English and native language.</a:t>
            </a:r>
          </a:p>
          <a:p>
            <a:pPr marL="0" indent="0">
              <a:lnSpc>
                <a:spcPct val="100000"/>
              </a:lnSpc>
              <a:spcBef>
                <a:spcPts val="0"/>
              </a:spcBef>
              <a:buNone/>
            </a:pPr>
            <a:endParaRPr lang="en-GB">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GB">
                <a:effectLst/>
                <a:latin typeface="Calibri" panose="020F0502020204030204" pitchFamily="34" charset="0"/>
                <a:ea typeface="Calibri" panose="020F0502020204030204" pitchFamily="34" charset="0"/>
                <a:cs typeface="Times New Roman" panose="02020603050405020304" pitchFamily="18" charset="0"/>
              </a:rPr>
              <a:t>All recordings in </a:t>
            </a:r>
            <a:r>
              <a:rPr lang="en-GB">
                <a:latin typeface="Calibri" panose="020F0502020204030204" pitchFamily="34" charset="0"/>
                <a:ea typeface="Calibri" panose="020F0502020204030204" pitchFamily="34" charset="0"/>
                <a:cs typeface="Times New Roman" panose="02020603050405020304" pitchFamily="18" charset="0"/>
              </a:rPr>
              <a:t>E</a:t>
            </a:r>
            <a:r>
              <a:rPr lang="en-GB">
                <a:effectLst/>
                <a:latin typeface="Calibri" panose="020F0502020204030204" pitchFamily="34" charset="0"/>
                <a:ea typeface="Calibri" panose="020F0502020204030204" pitchFamily="34" charset="0"/>
                <a:cs typeface="Times New Roman" panose="02020603050405020304" pitchFamily="18" charset="0"/>
              </a:rPr>
              <a:t>nglish.</a:t>
            </a:r>
          </a:p>
          <a:p>
            <a:pPr marL="0" indent="0">
              <a:lnSpc>
                <a:spcPct val="100000"/>
              </a:lnSpc>
              <a:spcBef>
                <a:spcPts val="0"/>
              </a:spcBef>
              <a:buNone/>
            </a:pPr>
            <a:endParaRPr lang="en-GB">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GB">
                <a:effectLst/>
                <a:latin typeface="Calibri" panose="020F0502020204030204" pitchFamily="34" charset="0"/>
                <a:ea typeface="Calibri" panose="020F0502020204030204" pitchFamily="34" charset="0"/>
                <a:cs typeface="Times New Roman" panose="02020603050405020304" pitchFamily="18" charset="0"/>
              </a:rPr>
              <a:t>Minimum of 3 options of activities for each module available.</a:t>
            </a:r>
          </a:p>
          <a:p>
            <a:pPr>
              <a:lnSpc>
                <a:spcPct val="100000"/>
              </a:lnSpc>
              <a:spcBef>
                <a:spcPts val="0"/>
              </a:spcBef>
            </a:pPr>
            <a:endParaRPr lang="en-GB">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GB">
                <a:effectLst/>
                <a:latin typeface="Calibri" panose="020F0502020204030204" pitchFamily="34" charset="0"/>
                <a:ea typeface="Calibri" panose="020F0502020204030204" pitchFamily="34" charset="0"/>
                <a:cs typeface="Times New Roman" panose="02020603050405020304" pitchFamily="18" charset="0"/>
              </a:rPr>
              <a:t>Consistent words images and recordings used in all tasks of a module.</a:t>
            </a:r>
          </a:p>
          <a:p>
            <a:pPr marL="0" indent="0">
              <a:lnSpc>
                <a:spcPct val="100000"/>
              </a:lnSpc>
              <a:spcBef>
                <a:spcPts val="0"/>
              </a:spcBef>
              <a:buNone/>
            </a:pPr>
            <a:endParaRPr lang="en-GB">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GB">
                <a:effectLst/>
                <a:latin typeface="Calibri" panose="020F0502020204030204" pitchFamily="34" charset="0"/>
                <a:ea typeface="Calibri" panose="020F0502020204030204" pitchFamily="34" charset="0"/>
                <a:cs typeface="Times New Roman" panose="02020603050405020304" pitchFamily="18" charset="0"/>
              </a:rPr>
              <a:t>For one task need a record, playback and submission system</a:t>
            </a:r>
            <a:r>
              <a:rPr lang="en-GB" sz="2200">
                <a:effectLst/>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3153427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52F95-7243-E2B6-A49B-3FD8999D017D}"/>
              </a:ext>
            </a:extLst>
          </p:cNvPr>
          <p:cNvSpPr>
            <a:spLocks noGrp="1"/>
          </p:cNvSpPr>
          <p:nvPr>
            <p:ph type="title"/>
          </p:nvPr>
        </p:nvSpPr>
        <p:spPr>
          <a:xfrm>
            <a:off x="924272" y="76203"/>
            <a:ext cx="10515600" cy="1325563"/>
          </a:xfrm>
        </p:spPr>
        <p:txBody>
          <a:bodyPr/>
          <a:lstStyle/>
          <a:p>
            <a:r>
              <a:rPr lang="en-GB"/>
              <a:t>How the users will interact with the program – Use case diagram</a:t>
            </a:r>
          </a:p>
        </p:txBody>
      </p:sp>
      <p:pic>
        <p:nvPicPr>
          <p:cNvPr id="4" name="Picture 4">
            <a:extLst>
              <a:ext uri="{FF2B5EF4-FFF2-40B4-BE49-F238E27FC236}">
                <a16:creationId xmlns:a16="http://schemas.microsoft.com/office/drawing/2014/main" id="{FF29B33D-370D-98FD-23D4-614BE111F8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14" t="2717" r="4687" b="2409"/>
          <a:stretch/>
        </p:blipFill>
        <p:spPr bwMode="auto">
          <a:xfrm>
            <a:off x="4748276" y="1157812"/>
            <a:ext cx="4751610" cy="55907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7">
            <a:extLst>
              <a:ext uri="{FF2B5EF4-FFF2-40B4-BE49-F238E27FC236}">
                <a16:creationId xmlns:a16="http://schemas.microsoft.com/office/drawing/2014/main" id="{172F5454-830D-1877-1E5B-DBC0824453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0841" y="3303848"/>
            <a:ext cx="3429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66E0C4B-EF1A-C755-732A-BBBD40E61BE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5107891" y="1975096"/>
            <a:ext cx="673917" cy="43214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7">
            <a:extLst>
              <a:ext uri="{FF2B5EF4-FFF2-40B4-BE49-F238E27FC236}">
                <a16:creationId xmlns:a16="http://schemas.microsoft.com/office/drawing/2014/main" id="{FD28E931-21F4-C8AE-1B3F-C3AE77E96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29098" y="2850410"/>
            <a:ext cx="3429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9">
            <a:extLst>
              <a:ext uri="{FF2B5EF4-FFF2-40B4-BE49-F238E27FC236}">
                <a16:creationId xmlns:a16="http://schemas.microsoft.com/office/drawing/2014/main" id="{C00CF748-042D-7E1D-761D-C224694C27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11043373" y="3247661"/>
            <a:ext cx="514350" cy="111049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7">
            <a:extLst>
              <a:ext uri="{FF2B5EF4-FFF2-40B4-BE49-F238E27FC236}">
                <a16:creationId xmlns:a16="http://schemas.microsoft.com/office/drawing/2014/main" id="{CE7C3563-CD67-6C0C-6F4D-8CAD0A8CB6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45299" y="4119670"/>
            <a:ext cx="3429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7">
            <a:extLst>
              <a:ext uri="{FF2B5EF4-FFF2-40B4-BE49-F238E27FC236}">
                <a16:creationId xmlns:a16="http://schemas.microsoft.com/office/drawing/2014/main" id="{BCCB46C9-8161-44C6-08CD-B117EF0874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56938" y="4119670"/>
            <a:ext cx="342900" cy="5715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C3CE4B7-7583-BFE1-F148-46B38A38FCA8}"/>
              </a:ext>
            </a:extLst>
          </p:cNvPr>
          <p:cNvSpPr txBox="1"/>
          <p:nvPr/>
        </p:nvSpPr>
        <p:spPr>
          <a:xfrm>
            <a:off x="10536572" y="4691170"/>
            <a:ext cx="1655428" cy="307777"/>
          </a:xfrm>
          <a:prstGeom prst="rect">
            <a:avLst/>
          </a:prstGeom>
          <a:noFill/>
        </p:spPr>
        <p:txBody>
          <a:bodyPr wrap="square" rtlCol="0">
            <a:spAutoFit/>
          </a:bodyPr>
          <a:lstStyle/>
          <a:p>
            <a:r>
              <a:rPr lang="en-GB" sz="1400"/>
              <a:t>teacher   admin/it</a:t>
            </a:r>
          </a:p>
        </p:txBody>
      </p:sp>
      <p:pic>
        <p:nvPicPr>
          <p:cNvPr id="12" name="Picture 5" descr="iuu9u">
            <a:extLst>
              <a:ext uri="{FF2B5EF4-FFF2-40B4-BE49-F238E27FC236}">
                <a16:creationId xmlns:a16="http://schemas.microsoft.com/office/drawing/2014/main" id="{383F052A-A571-3BB8-2D51-90C2519D67C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5112746" y="1320531"/>
            <a:ext cx="664209" cy="425923"/>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EDA62648-2345-19A7-26AC-A0659B3202FA}"/>
              </a:ext>
            </a:extLst>
          </p:cNvPr>
          <p:cNvCxnSpPr>
            <a:cxnSpLocks/>
            <a:stCxn id="5" idx="3"/>
            <a:endCxn id="12" idx="1"/>
          </p:cNvCxnSpPr>
          <p:nvPr/>
        </p:nvCxnSpPr>
        <p:spPr>
          <a:xfrm flipV="1">
            <a:off x="3493741" y="1533493"/>
            <a:ext cx="1619005" cy="2056105"/>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A1C4BEFB-183C-F3CF-2B00-46FE4075E869}"/>
              </a:ext>
            </a:extLst>
          </p:cNvPr>
          <p:cNvCxnSpPr>
            <a:cxnSpLocks/>
            <a:stCxn id="5" idx="3"/>
            <a:endCxn id="6" idx="1"/>
          </p:cNvCxnSpPr>
          <p:nvPr/>
        </p:nvCxnSpPr>
        <p:spPr>
          <a:xfrm flipV="1">
            <a:off x="3493741" y="2191170"/>
            <a:ext cx="1614150" cy="139842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629E7262-EA58-AF89-7A6D-633223D45F82}"/>
              </a:ext>
            </a:extLst>
          </p:cNvPr>
          <p:cNvSpPr txBox="1"/>
          <p:nvPr/>
        </p:nvSpPr>
        <p:spPr>
          <a:xfrm>
            <a:off x="5157564" y="1370307"/>
            <a:ext cx="594154" cy="246221"/>
          </a:xfrm>
          <a:prstGeom prst="rect">
            <a:avLst/>
          </a:prstGeom>
          <a:noFill/>
        </p:spPr>
        <p:txBody>
          <a:bodyPr wrap="square" rtlCol="0">
            <a:spAutoFit/>
          </a:bodyPr>
          <a:lstStyle/>
          <a:p>
            <a:r>
              <a:rPr lang="en-GB" sz="1000">
                <a:solidFill>
                  <a:schemeClr val="bg1"/>
                </a:solidFill>
              </a:rPr>
              <a:t>Login</a:t>
            </a:r>
          </a:p>
        </p:txBody>
      </p:sp>
      <p:sp>
        <p:nvSpPr>
          <p:cNvPr id="16" name="TextBox 15">
            <a:extLst>
              <a:ext uri="{FF2B5EF4-FFF2-40B4-BE49-F238E27FC236}">
                <a16:creationId xmlns:a16="http://schemas.microsoft.com/office/drawing/2014/main" id="{E2627661-20AF-C38F-87A7-BD0CAC878FAD}"/>
              </a:ext>
            </a:extLst>
          </p:cNvPr>
          <p:cNvSpPr txBox="1"/>
          <p:nvPr/>
        </p:nvSpPr>
        <p:spPr>
          <a:xfrm>
            <a:off x="5125456" y="2007636"/>
            <a:ext cx="673918" cy="246221"/>
          </a:xfrm>
          <a:prstGeom prst="rect">
            <a:avLst/>
          </a:prstGeom>
          <a:noFill/>
        </p:spPr>
        <p:txBody>
          <a:bodyPr wrap="square" rtlCol="0">
            <a:spAutoFit/>
          </a:bodyPr>
          <a:lstStyle/>
          <a:p>
            <a:r>
              <a:rPr lang="en-GB" sz="1000">
                <a:solidFill>
                  <a:schemeClr val="bg1"/>
                </a:solidFill>
              </a:rPr>
              <a:t>Log out</a:t>
            </a:r>
          </a:p>
        </p:txBody>
      </p:sp>
      <p:pic>
        <p:nvPicPr>
          <p:cNvPr id="17" name="Picture 5" descr="iuu9u">
            <a:extLst>
              <a:ext uri="{FF2B5EF4-FFF2-40B4-BE49-F238E27FC236}">
                <a16:creationId xmlns:a16="http://schemas.microsoft.com/office/drawing/2014/main" id="{0554951D-9205-5E5C-F6D9-266D374EE37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5129792" y="2705552"/>
            <a:ext cx="744515" cy="47741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5" descr="iuu9u">
            <a:extLst>
              <a:ext uri="{FF2B5EF4-FFF2-40B4-BE49-F238E27FC236}">
                <a16:creationId xmlns:a16="http://schemas.microsoft.com/office/drawing/2014/main" id="{815889F4-0C13-127C-E2AB-B1678E64F25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5324200" y="4115598"/>
            <a:ext cx="990921" cy="42592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5" descr="iuu9u">
            <a:extLst>
              <a:ext uri="{FF2B5EF4-FFF2-40B4-BE49-F238E27FC236}">
                <a16:creationId xmlns:a16="http://schemas.microsoft.com/office/drawing/2014/main" id="{09224F73-B2A5-537C-608D-C971E1A747B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6447950" y="4912918"/>
            <a:ext cx="828084" cy="47975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5" descr="iuu9u">
            <a:extLst>
              <a:ext uri="{FF2B5EF4-FFF2-40B4-BE49-F238E27FC236}">
                <a16:creationId xmlns:a16="http://schemas.microsoft.com/office/drawing/2014/main" id="{DCA4D0B4-1FFC-B981-356D-DB8DB62AA72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6667506" y="1769036"/>
            <a:ext cx="1046786" cy="55151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5" descr="iuu9u">
            <a:extLst>
              <a:ext uri="{FF2B5EF4-FFF2-40B4-BE49-F238E27FC236}">
                <a16:creationId xmlns:a16="http://schemas.microsoft.com/office/drawing/2014/main" id="{F85B9C87-EC31-27CB-32DB-B6803F0C138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6745699" y="1236104"/>
            <a:ext cx="933742" cy="49864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5" descr="iuu9u">
            <a:extLst>
              <a:ext uri="{FF2B5EF4-FFF2-40B4-BE49-F238E27FC236}">
                <a16:creationId xmlns:a16="http://schemas.microsoft.com/office/drawing/2014/main" id="{0E4DAB37-9149-F3FE-F8AD-F82F92D57D1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8257573" y="4031989"/>
            <a:ext cx="810631" cy="519816"/>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Arrow Connector 22">
            <a:extLst>
              <a:ext uri="{FF2B5EF4-FFF2-40B4-BE49-F238E27FC236}">
                <a16:creationId xmlns:a16="http://schemas.microsoft.com/office/drawing/2014/main" id="{2EEDFEB8-F0D6-5E55-34C6-B85DA5719439}"/>
              </a:ext>
            </a:extLst>
          </p:cNvPr>
          <p:cNvCxnSpPr>
            <a:cxnSpLocks/>
            <a:stCxn id="5" idx="3"/>
            <a:endCxn id="18" idx="1"/>
          </p:cNvCxnSpPr>
          <p:nvPr/>
        </p:nvCxnSpPr>
        <p:spPr>
          <a:xfrm>
            <a:off x="3493741" y="3589598"/>
            <a:ext cx="1830459" cy="73896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6E342960-34BF-759B-9E8C-5D5022EA9B24}"/>
              </a:ext>
            </a:extLst>
          </p:cNvPr>
          <p:cNvCxnSpPr>
            <a:cxnSpLocks/>
            <a:stCxn id="5" idx="3"/>
            <a:endCxn id="40" idx="1"/>
          </p:cNvCxnSpPr>
          <p:nvPr/>
        </p:nvCxnSpPr>
        <p:spPr>
          <a:xfrm>
            <a:off x="3493741" y="3589598"/>
            <a:ext cx="1597968" cy="2455199"/>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8E468832-EAEA-B78E-CB52-A8391DA1CFBB}"/>
              </a:ext>
            </a:extLst>
          </p:cNvPr>
          <p:cNvCxnSpPr>
            <a:cxnSpLocks/>
            <a:stCxn id="5" idx="3"/>
            <a:endCxn id="17" idx="1"/>
          </p:cNvCxnSpPr>
          <p:nvPr/>
        </p:nvCxnSpPr>
        <p:spPr>
          <a:xfrm flipV="1">
            <a:off x="3493741" y="2944262"/>
            <a:ext cx="1636051" cy="645336"/>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143181B6-D9F3-8D2C-CB71-A5419B65FD4E}"/>
              </a:ext>
            </a:extLst>
          </p:cNvPr>
          <p:cNvSpPr txBox="1"/>
          <p:nvPr/>
        </p:nvSpPr>
        <p:spPr>
          <a:xfrm>
            <a:off x="5203487" y="2716440"/>
            <a:ext cx="673916" cy="400110"/>
          </a:xfrm>
          <a:prstGeom prst="rect">
            <a:avLst/>
          </a:prstGeom>
          <a:noFill/>
        </p:spPr>
        <p:txBody>
          <a:bodyPr wrap="square" rtlCol="0">
            <a:spAutoFit/>
          </a:bodyPr>
          <a:lstStyle/>
          <a:p>
            <a:r>
              <a:rPr lang="en-GB" sz="1000">
                <a:solidFill>
                  <a:schemeClr val="bg1"/>
                </a:solidFill>
              </a:rPr>
              <a:t>Course config</a:t>
            </a:r>
          </a:p>
        </p:txBody>
      </p:sp>
      <p:sp>
        <p:nvSpPr>
          <p:cNvPr id="27" name="TextBox 26">
            <a:extLst>
              <a:ext uri="{FF2B5EF4-FFF2-40B4-BE49-F238E27FC236}">
                <a16:creationId xmlns:a16="http://schemas.microsoft.com/office/drawing/2014/main" id="{05D4D17C-92F0-8725-0A99-EEFFAC72728E}"/>
              </a:ext>
            </a:extLst>
          </p:cNvPr>
          <p:cNvSpPr txBox="1"/>
          <p:nvPr/>
        </p:nvSpPr>
        <p:spPr>
          <a:xfrm>
            <a:off x="8303870" y="4106646"/>
            <a:ext cx="764334" cy="400110"/>
          </a:xfrm>
          <a:prstGeom prst="rect">
            <a:avLst/>
          </a:prstGeom>
          <a:noFill/>
        </p:spPr>
        <p:txBody>
          <a:bodyPr wrap="square" rtlCol="0">
            <a:spAutoFit/>
          </a:bodyPr>
          <a:lstStyle/>
          <a:p>
            <a:r>
              <a:rPr lang="en-GB" sz="1000">
                <a:solidFill>
                  <a:schemeClr val="bg1"/>
                </a:solidFill>
              </a:rPr>
              <a:t>View user data</a:t>
            </a:r>
          </a:p>
        </p:txBody>
      </p:sp>
      <p:sp>
        <p:nvSpPr>
          <p:cNvPr id="28" name="TextBox 27">
            <a:extLst>
              <a:ext uri="{FF2B5EF4-FFF2-40B4-BE49-F238E27FC236}">
                <a16:creationId xmlns:a16="http://schemas.microsoft.com/office/drawing/2014/main" id="{27D7C519-1EC1-4B38-0EE8-C0192241BE7B}"/>
              </a:ext>
            </a:extLst>
          </p:cNvPr>
          <p:cNvSpPr txBox="1"/>
          <p:nvPr/>
        </p:nvSpPr>
        <p:spPr>
          <a:xfrm>
            <a:off x="6878119" y="1815414"/>
            <a:ext cx="811861" cy="400110"/>
          </a:xfrm>
          <a:prstGeom prst="rect">
            <a:avLst/>
          </a:prstGeom>
          <a:noFill/>
        </p:spPr>
        <p:txBody>
          <a:bodyPr wrap="square" rtlCol="0">
            <a:spAutoFit/>
          </a:bodyPr>
          <a:lstStyle/>
          <a:p>
            <a:r>
              <a:rPr lang="en-GB" sz="1000">
                <a:solidFill>
                  <a:schemeClr val="bg1"/>
                </a:solidFill>
              </a:rPr>
              <a:t>Forgot password</a:t>
            </a:r>
          </a:p>
        </p:txBody>
      </p:sp>
      <p:sp>
        <p:nvSpPr>
          <p:cNvPr id="29" name="TextBox 28">
            <a:extLst>
              <a:ext uri="{FF2B5EF4-FFF2-40B4-BE49-F238E27FC236}">
                <a16:creationId xmlns:a16="http://schemas.microsoft.com/office/drawing/2014/main" id="{38F0B4FA-98D5-E6E8-4974-26C44F9B1085}"/>
              </a:ext>
            </a:extLst>
          </p:cNvPr>
          <p:cNvSpPr txBox="1"/>
          <p:nvPr/>
        </p:nvSpPr>
        <p:spPr>
          <a:xfrm>
            <a:off x="6850988" y="1322321"/>
            <a:ext cx="866125" cy="246221"/>
          </a:xfrm>
          <a:prstGeom prst="rect">
            <a:avLst/>
          </a:prstGeom>
          <a:noFill/>
        </p:spPr>
        <p:txBody>
          <a:bodyPr wrap="square" rtlCol="0">
            <a:spAutoFit/>
          </a:bodyPr>
          <a:lstStyle/>
          <a:p>
            <a:r>
              <a:rPr lang="en-GB" sz="1000">
                <a:solidFill>
                  <a:schemeClr val="bg1"/>
                </a:solidFill>
              </a:rPr>
              <a:t>validation</a:t>
            </a:r>
          </a:p>
        </p:txBody>
      </p:sp>
      <p:pic>
        <p:nvPicPr>
          <p:cNvPr id="30" name="Picture 11">
            <a:extLst>
              <a:ext uri="{FF2B5EF4-FFF2-40B4-BE49-F238E27FC236}">
                <a16:creationId xmlns:a16="http://schemas.microsoft.com/office/drawing/2014/main" id="{E03CC5C3-8F52-35A1-0391-F54DF3D19B4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1255004">
            <a:off x="5796504" y="1356326"/>
            <a:ext cx="1052409" cy="29791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0">
            <a:extLst>
              <a:ext uri="{FF2B5EF4-FFF2-40B4-BE49-F238E27FC236}">
                <a16:creationId xmlns:a16="http://schemas.microsoft.com/office/drawing/2014/main" id="{60CF9DDF-8070-3BBB-79C3-7DA7B99BB26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66438" y="6197882"/>
            <a:ext cx="704850" cy="23812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1">
            <a:extLst>
              <a:ext uri="{FF2B5EF4-FFF2-40B4-BE49-F238E27FC236}">
                <a16:creationId xmlns:a16="http://schemas.microsoft.com/office/drawing/2014/main" id="{A65CB405-1F90-F276-EC61-E71F049F53C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0987826">
            <a:off x="5755893" y="2473001"/>
            <a:ext cx="1200328" cy="32749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1">
            <a:extLst>
              <a:ext uri="{FF2B5EF4-FFF2-40B4-BE49-F238E27FC236}">
                <a16:creationId xmlns:a16="http://schemas.microsoft.com/office/drawing/2014/main" id="{9C4BB685-87CC-8389-2243-BDE3921532F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725816">
            <a:off x="5733419" y="3232255"/>
            <a:ext cx="1153054" cy="238125"/>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1">
            <a:extLst>
              <a:ext uri="{FF2B5EF4-FFF2-40B4-BE49-F238E27FC236}">
                <a16:creationId xmlns:a16="http://schemas.microsoft.com/office/drawing/2014/main" id="{7432A3FA-538E-5248-6CE5-EDAE0B30E0C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915298">
            <a:off x="5795491" y="2819099"/>
            <a:ext cx="1036138" cy="252317"/>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5" descr="iuu9u">
            <a:extLst>
              <a:ext uri="{FF2B5EF4-FFF2-40B4-BE49-F238E27FC236}">
                <a16:creationId xmlns:a16="http://schemas.microsoft.com/office/drawing/2014/main" id="{9B2ABC09-D551-A96B-6B96-D5F63468F3C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6821127" y="3520506"/>
            <a:ext cx="1171191" cy="425923"/>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5" descr="iuu9u">
            <a:extLst>
              <a:ext uri="{FF2B5EF4-FFF2-40B4-BE49-F238E27FC236}">
                <a16:creationId xmlns:a16="http://schemas.microsoft.com/office/drawing/2014/main" id="{B0945EB8-DE1C-6D88-D24F-9DB6EF48441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6767476" y="2959061"/>
            <a:ext cx="1508122" cy="561445"/>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5" descr="iuu9u">
            <a:extLst>
              <a:ext uri="{FF2B5EF4-FFF2-40B4-BE49-F238E27FC236}">
                <a16:creationId xmlns:a16="http://schemas.microsoft.com/office/drawing/2014/main" id="{CBA113F2-6475-BAFA-F703-D0258AF9210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6775717" y="2407449"/>
            <a:ext cx="1306164" cy="543259"/>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5" descr="iuu9u">
            <a:extLst>
              <a:ext uri="{FF2B5EF4-FFF2-40B4-BE49-F238E27FC236}">
                <a16:creationId xmlns:a16="http://schemas.microsoft.com/office/drawing/2014/main" id="{06FF3664-A071-4EF6-B160-AFA0B7231A1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5091709" y="5646920"/>
            <a:ext cx="950770" cy="795753"/>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5" descr="iuu9u">
            <a:extLst>
              <a:ext uri="{FF2B5EF4-FFF2-40B4-BE49-F238E27FC236}">
                <a16:creationId xmlns:a16="http://schemas.microsoft.com/office/drawing/2014/main" id="{3DDD19C9-DBD6-7F3B-8F42-BC5987407F7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6663468" y="5454389"/>
            <a:ext cx="664209" cy="42592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5" descr="iuu9u">
            <a:extLst>
              <a:ext uri="{FF2B5EF4-FFF2-40B4-BE49-F238E27FC236}">
                <a16:creationId xmlns:a16="http://schemas.microsoft.com/office/drawing/2014/main" id="{28129648-A5C7-1C1B-D21E-EB415442ECA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6650511" y="6043422"/>
            <a:ext cx="664209" cy="42592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5" descr="iuu9u">
            <a:extLst>
              <a:ext uri="{FF2B5EF4-FFF2-40B4-BE49-F238E27FC236}">
                <a16:creationId xmlns:a16="http://schemas.microsoft.com/office/drawing/2014/main" id="{0125158D-87FF-5DE7-877A-B92B15E353A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7883043" y="6078868"/>
            <a:ext cx="904036" cy="466622"/>
          </a:xfrm>
          <a:prstGeom prst="rect">
            <a:avLst/>
          </a:prstGeom>
          <a:noFill/>
          <a:extLst>
            <a:ext uri="{909E8E84-426E-40DD-AFC4-6F175D3DCCD1}">
              <a14:hiddenFill xmlns:a14="http://schemas.microsoft.com/office/drawing/2010/main">
                <a:solidFill>
                  <a:srgbClr val="FFFFFF"/>
                </a:solidFill>
              </a14:hiddenFill>
            </a:ext>
          </a:extLst>
        </p:spPr>
      </p:pic>
      <p:cxnSp>
        <p:nvCxnSpPr>
          <p:cNvPr id="44" name="Straight Arrow Connector 43">
            <a:extLst>
              <a:ext uri="{FF2B5EF4-FFF2-40B4-BE49-F238E27FC236}">
                <a16:creationId xmlns:a16="http://schemas.microsoft.com/office/drawing/2014/main" id="{12AB3B4D-2AB4-6CCE-832F-376D03B40DFC}"/>
              </a:ext>
            </a:extLst>
          </p:cNvPr>
          <p:cNvCxnSpPr>
            <a:cxnSpLocks/>
            <a:stCxn id="7" idx="1"/>
            <a:endCxn id="22" idx="3"/>
          </p:cNvCxnSpPr>
          <p:nvPr/>
        </p:nvCxnSpPr>
        <p:spPr>
          <a:xfrm flipH="1">
            <a:off x="9068204" y="3136160"/>
            <a:ext cx="2060894" cy="1155737"/>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FE310DA1-9175-1D2A-9886-D1F3B0150325}"/>
              </a:ext>
            </a:extLst>
          </p:cNvPr>
          <p:cNvSpPr txBox="1"/>
          <p:nvPr/>
        </p:nvSpPr>
        <p:spPr>
          <a:xfrm>
            <a:off x="6973456" y="3070285"/>
            <a:ext cx="1450025" cy="400110"/>
          </a:xfrm>
          <a:prstGeom prst="rect">
            <a:avLst/>
          </a:prstGeom>
          <a:noFill/>
        </p:spPr>
        <p:txBody>
          <a:bodyPr wrap="square" rtlCol="0">
            <a:spAutoFit/>
          </a:bodyPr>
          <a:lstStyle/>
          <a:p>
            <a:r>
              <a:rPr lang="en-GB" sz="1000">
                <a:solidFill>
                  <a:schemeClr val="bg1"/>
                </a:solidFill>
              </a:rPr>
              <a:t>Learning language selector</a:t>
            </a:r>
          </a:p>
        </p:txBody>
      </p:sp>
      <p:sp>
        <p:nvSpPr>
          <p:cNvPr id="46" name="TextBox 45">
            <a:extLst>
              <a:ext uri="{FF2B5EF4-FFF2-40B4-BE49-F238E27FC236}">
                <a16:creationId xmlns:a16="http://schemas.microsoft.com/office/drawing/2014/main" id="{C3034F21-9724-F665-665D-F1105ECDDA7C}"/>
              </a:ext>
            </a:extLst>
          </p:cNvPr>
          <p:cNvSpPr txBox="1"/>
          <p:nvPr/>
        </p:nvSpPr>
        <p:spPr>
          <a:xfrm>
            <a:off x="6932879" y="2468044"/>
            <a:ext cx="1357729" cy="400110"/>
          </a:xfrm>
          <a:prstGeom prst="rect">
            <a:avLst/>
          </a:prstGeom>
          <a:noFill/>
        </p:spPr>
        <p:txBody>
          <a:bodyPr wrap="square" rtlCol="0">
            <a:spAutoFit/>
          </a:bodyPr>
          <a:lstStyle/>
          <a:p>
            <a:r>
              <a:rPr lang="en-GB" sz="1000">
                <a:solidFill>
                  <a:schemeClr val="bg1"/>
                </a:solidFill>
              </a:rPr>
              <a:t>Native language selector</a:t>
            </a:r>
          </a:p>
        </p:txBody>
      </p:sp>
      <p:sp>
        <p:nvSpPr>
          <p:cNvPr id="47" name="TextBox 46">
            <a:extLst>
              <a:ext uri="{FF2B5EF4-FFF2-40B4-BE49-F238E27FC236}">
                <a16:creationId xmlns:a16="http://schemas.microsoft.com/office/drawing/2014/main" id="{5A759D13-5AC3-C526-2C46-6F2A99BD9BC5}"/>
              </a:ext>
            </a:extLst>
          </p:cNvPr>
          <p:cNvSpPr txBox="1"/>
          <p:nvPr/>
        </p:nvSpPr>
        <p:spPr>
          <a:xfrm>
            <a:off x="5371231" y="4190760"/>
            <a:ext cx="1002336" cy="246221"/>
          </a:xfrm>
          <a:prstGeom prst="rect">
            <a:avLst/>
          </a:prstGeom>
          <a:noFill/>
        </p:spPr>
        <p:txBody>
          <a:bodyPr wrap="square" rtlCol="0">
            <a:spAutoFit/>
          </a:bodyPr>
          <a:lstStyle/>
          <a:p>
            <a:r>
              <a:rPr lang="en-GB" sz="1000">
                <a:solidFill>
                  <a:schemeClr val="bg1"/>
                </a:solidFill>
              </a:rPr>
              <a:t>View points</a:t>
            </a:r>
          </a:p>
        </p:txBody>
      </p:sp>
      <p:sp>
        <p:nvSpPr>
          <p:cNvPr id="49" name="TextBox 48">
            <a:extLst>
              <a:ext uri="{FF2B5EF4-FFF2-40B4-BE49-F238E27FC236}">
                <a16:creationId xmlns:a16="http://schemas.microsoft.com/office/drawing/2014/main" id="{637662BE-7A0D-F62F-1A23-299B3DE3D38F}"/>
              </a:ext>
            </a:extLst>
          </p:cNvPr>
          <p:cNvSpPr txBox="1"/>
          <p:nvPr/>
        </p:nvSpPr>
        <p:spPr>
          <a:xfrm>
            <a:off x="6863060" y="3547339"/>
            <a:ext cx="1244933" cy="246221"/>
          </a:xfrm>
          <a:prstGeom prst="rect">
            <a:avLst/>
          </a:prstGeom>
          <a:noFill/>
        </p:spPr>
        <p:txBody>
          <a:bodyPr wrap="square" rtlCol="0">
            <a:spAutoFit/>
          </a:bodyPr>
          <a:lstStyle/>
          <a:p>
            <a:r>
              <a:rPr lang="en-GB" sz="1000">
                <a:solidFill>
                  <a:schemeClr val="bg1"/>
                </a:solidFill>
              </a:rPr>
              <a:t>Difficulty select</a:t>
            </a:r>
          </a:p>
        </p:txBody>
      </p:sp>
      <p:sp>
        <p:nvSpPr>
          <p:cNvPr id="50" name="TextBox 49">
            <a:extLst>
              <a:ext uri="{FF2B5EF4-FFF2-40B4-BE49-F238E27FC236}">
                <a16:creationId xmlns:a16="http://schemas.microsoft.com/office/drawing/2014/main" id="{4A56388D-7051-4278-2EF7-2CEF772486BE}"/>
              </a:ext>
            </a:extLst>
          </p:cNvPr>
          <p:cNvSpPr txBox="1"/>
          <p:nvPr/>
        </p:nvSpPr>
        <p:spPr>
          <a:xfrm>
            <a:off x="6715408" y="5512496"/>
            <a:ext cx="594154" cy="246221"/>
          </a:xfrm>
          <a:prstGeom prst="rect">
            <a:avLst/>
          </a:prstGeom>
          <a:noFill/>
        </p:spPr>
        <p:txBody>
          <a:bodyPr wrap="square" rtlCol="0">
            <a:spAutoFit/>
          </a:bodyPr>
          <a:lstStyle/>
          <a:p>
            <a:r>
              <a:rPr lang="en-GB" sz="1000">
                <a:solidFill>
                  <a:schemeClr val="bg1"/>
                </a:solidFill>
              </a:rPr>
              <a:t>speed</a:t>
            </a:r>
          </a:p>
        </p:txBody>
      </p:sp>
      <p:sp>
        <p:nvSpPr>
          <p:cNvPr id="51" name="TextBox 50">
            <a:extLst>
              <a:ext uri="{FF2B5EF4-FFF2-40B4-BE49-F238E27FC236}">
                <a16:creationId xmlns:a16="http://schemas.microsoft.com/office/drawing/2014/main" id="{2A13D834-B209-24AD-2CE6-AE5807991397}"/>
              </a:ext>
            </a:extLst>
          </p:cNvPr>
          <p:cNvSpPr txBox="1"/>
          <p:nvPr/>
        </p:nvSpPr>
        <p:spPr>
          <a:xfrm>
            <a:off x="6591289" y="5015107"/>
            <a:ext cx="764334" cy="246221"/>
          </a:xfrm>
          <a:prstGeom prst="rect">
            <a:avLst/>
          </a:prstGeom>
          <a:noFill/>
        </p:spPr>
        <p:txBody>
          <a:bodyPr wrap="square" rtlCol="0">
            <a:spAutoFit/>
          </a:bodyPr>
          <a:lstStyle/>
          <a:p>
            <a:r>
              <a:rPr lang="en-GB" sz="1000">
                <a:solidFill>
                  <a:schemeClr val="bg1"/>
                </a:solidFill>
              </a:rPr>
              <a:t>memory</a:t>
            </a:r>
          </a:p>
        </p:txBody>
      </p:sp>
      <p:sp>
        <p:nvSpPr>
          <p:cNvPr id="52" name="TextBox 51">
            <a:extLst>
              <a:ext uri="{FF2B5EF4-FFF2-40B4-BE49-F238E27FC236}">
                <a16:creationId xmlns:a16="http://schemas.microsoft.com/office/drawing/2014/main" id="{234E5878-6A32-86E0-128D-CF1EBCF69EE7}"/>
              </a:ext>
            </a:extLst>
          </p:cNvPr>
          <p:cNvSpPr txBox="1"/>
          <p:nvPr/>
        </p:nvSpPr>
        <p:spPr>
          <a:xfrm>
            <a:off x="6645043" y="6108303"/>
            <a:ext cx="710580" cy="246221"/>
          </a:xfrm>
          <a:prstGeom prst="rect">
            <a:avLst/>
          </a:prstGeom>
          <a:noFill/>
        </p:spPr>
        <p:txBody>
          <a:bodyPr wrap="square" rtlCol="0">
            <a:spAutoFit/>
          </a:bodyPr>
          <a:lstStyle/>
          <a:p>
            <a:r>
              <a:rPr lang="en-GB" sz="1000">
                <a:solidFill>
                  <a:schemeClr val="bg1"/>
                </a:solidFill>
              </a:rPr>
              <a:t>practise</a:t>
            </a:r>
          </a:p>
        </p:txBody>
      </p:sp>
      <p:sp>
        <p:nvSpPr>
          <p:cNvPr id="53" name="TextBox 52">
            <a:extLst>
              <a:ext uri="{FF2B5EF4-FFF2-40B4-BE49-F238E27FC236}">
                <a16:creationId xmlns:a16="http://schemas.microsoft.com/office/drawing/2014/main" id="{5AABBBB2-5792-EFA5-7D01-A0BC66A53DA7}"/>
              </a:ext>
            </a:extLst>
          </p:cNvPr>
          <p:cNvSpPr txBox="1"/>
          <p:nvPr/>
        </p:nvSpPr>
        <p:spPr>
          <a:xfrm>
            <a:off x="5157564" y="5868103"/>
            <a:ext cx="896079" cy="553998"/>
          </a:xfrm>
          <a:prstGeom prst="rect">
            <a:avLst/>
          </a:prstGeom>
          <a:noFill/>
        </p:spPr>
        <p:txBody>
          <a:bodyPr wrap="square" rtlCol="0">
            <a:spAutoFit/>
          </a:bodyPr>
          <a:lstStyle/>
          <a:p>
            <a:r>
              <a:rPr lang="en-GB" sz="1000">
                <a:solidFill>
                  <a:schemeClr val="bg1"/>
                </a:solidFill>
              </a:rPr>
              <a:t>Module and activity select</a:t>
            </a:r>
          </a:p>
        </p:txBody>
      </p:sp>
      <p:sp>
        <p:nvSpPr>
          <p:cNvPr id="54" name="TextBox 53">
            <a:extLst>
              <a:ext uri="{FF2B5EF4-FFF2-40B4-BE49-F238E27FC236}">
                <a16:creationId xmlns:a16="http://schemas.microsoft.com/office/drawing/2014/main" id="{BA77EE92-0C62-8F63-C7FE-45C64E6B4D06}"/>
              </a:ext>
            </a:extLst>
          </p:cNvPr>
          <p:cNvSpPr txBox="1"/>
          <p:nvPr/>
        </p:nvSpPr>
        <p:spPr>
          <a:xfrm>
            <a:off x="7957477" y="6106677"/>
            <a:ext cx="793506" cy="553998"/>
          </a:xfrm>
          <a:prstGeom prst="rect">
            <a:avLst/>
          </a:prstGeom>
          <a:noFill/>
        </p:spPr>
        <p:txBody>
          <a:bodyPr wrap="square" rtlCol="0">
            <a:spAutoFit/>
          </a:bodyPr>
          <a:lstStyle/>
          <a:p>
            <a:r>
              <a:rPr lang="en-GB" sz="1000">
                <a:solidFill>
                  <a:schemeClr val="bg1"/>
                </a:solidFill>
              </a:rPr>
              <a:t>Audio submission</a:t>
            </a:r>
          </a:p>
        </p:txBody>
      </p:sp>
      <p:pic>
        <p:nvPicPr>
          <p:cNvPr id="55" name="Picture 11">
            <a:extLst>
              <a:ext uri="{FF2B5EF4-FFF2-40B4-BE49-F238E27FC236}">
                <a16:creationId xmlns:a16="http://schemas.microsoft.com/office/drawing/2014/main" id="{611B8FC7-1425-F06B-8BB3-7CC4D30481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650506">
            <a:off x="5963063" y="5990856"/>
            <a:ext cx="804143" cy="27167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11">
            <a:extLst>
              <a:ext uri="{FF2B5EF4-FFF2-40B4-BE49-F238E27FC236}">
                <a16:creationId xmlns:a16="http://schemas.microsoft.com/office/drawing/2014/main" id="{46DD3C7B-BF3C-53DC-F969-72E9D0F8C0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754" y="5684660"/>
            <a:ext cx="704850" cy="238125"/>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11">
            <a:extLst>
              <a:ext uri="{FF2B5EF4-FFF2-40B4-BE49-F238E27FC236}">
                <a16:creationId xmlns:a16="http://schemas.microsoft.com/office/drawing/2014/main" id="{4BB0F7EA-A32D-1061-9320-94764FFC4E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0072410">
            <a:off x="5699683" y="5344341"/>
            <a:ext cx="894178" cy="302087"/>
          </a:xfrm>
          <a:prstGeom prst="rect">
            <a:avLst/>
          </a:prstGeom>
          <a:noFill/>
          <a:extLst>
            <a:ext uri="{909E8E84-426E-40DD-AFC4-6F175D3DCCD1}">
              <a14:hiddenFill xmlns:a14="http://schemas.microsoft.com/office/drawing/2010/main">
                <a:solidFill>
                  <a:srgbClr val="FFFFFF"/>
                </a:solidFill>
              </a14:hiddenFill>
            </a:ext>
          </a:extLst>
        </p:spPr>
      </p:pic>
      <p:cxnSp>
        <p:nvCxnSpPr>
          <p:cNvPr id="59" name="Straight Arrow Connector 58">
            <a:extLst>
              <a:ext uri="{FF2B5EF4-FFF2-40B4-BE49-F238E27FC236}">
                <a16:creationId xmlns:a16="http://schemas.microsoft.com/office/drawing/2014/main" id="{70697A2F-A0CA-2319-3F4E-FA7662069BB3}"/>
              </a:ext>
            </a:extLst>
          </p:cNvPr>
          <p:cNvCxnSpPr>
            <a:cxnSpLocks/>
            <a:stCxn id="27" idx="1"/>
            <a:endCxn id="47" idx="3"/>
          </p:cNvCxnSpPr>
          <p:nvPr/>
        </p:nvCxnSpPr>
        <p:spPr>
          <a:xfrm flipH="1">
            <a:off x="6373567" y="4306701"/>
            <a:ext cx="1930303" cy="7170"/>
          </a:xfrm>
          <a:prstGeom prst="straightConnector1">
            <a:avLst/>
          </a:prstGeom>
          <a:ln w="57150">
            <a:prstDash val="dash"/>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31EC1FB5-2A85-3707-613C-FA7BB3FD3AAE}"/>
              </a:ext>
            </a:extLst>
          </p:cNvPr>
          <p:cNvCxnSpPr>
            <a:cxnSpLocks/>
            <a:stCxn id="7" idx="1"/>
            <a:endCxn id="54" idx="3"/>
          </p:cNvCxnSpPr>
          <p:nvPr/>
        </p:nvCxnSpPr>
        <p:spPr>
          <a:xfrm flipH="1">
            <a:off x="8750983" y="3136160"/>
            <a:ext cx="2378115" cy="3247516"/>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61" name="TextBox 60">
            <a:extLst>
              <a:ext uri="{FF2B5EF4-FFF2-40B4-BE49-F238E27FC236}">
                <a16:creationId xmlns:a16="http://schemas.microsoft.com/office/drawing/2014/main" id="{D3725368-58C9-D324-4FD4-DE12EDF7DC92}"/>
              </a:ext>
            </a:extLst>
          </p:cNvPr>
          <p:cNvSpPr txBox="1"/>
          <p:nvPr/>
        </p:nvSpPr>
        <p:spPr>
          <a:xfrm>
            <a:off x="2971829" y="3906195"/>
            <a:ext cx="929974" cy="307777"/>
          </a:xfrm>
          <a:prstGeom prst="rect">
            <a:avLst/>
          </a:prstGeom>
          <a:noFill/>
        </p:spPr>
        <p:txBody>
          <a:bodyPr wrap="square" rtlCol="0">
            <a:spAutoFit/>
          </a:bodyPr>
          <a:lstStyle/>
          <a:p>
            <a:r>
              <a:rPr lang="en-GB" sz="1400"/>
              <a:t>student</a:t>
            </a:r>
          </a:p>
        </p:txBody>
      </p:sp>
      <p:pic>
        <p:nvPicPr>
          <p:cNvPr id="68" name="Picture 5" descr="iuu9u">
            <a:extLst>
              <a:ext uri="{FF2B5EF4-FFF2-40B4-BE49-F238E27FC236}">
                <a16:creationId xmlns:a16="http://schemas.microsoft.com/office/drawing/2014/main" id="{A0CF9124-A939-CDB2-5978-7F4C1F2754B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7498053" y="5288830"/>
            <a:ext cx="828084" cy="479758"/>
          </a:xfrm>
          <a:prstGeom prst="rect">
            <a:avLst/>
          </a:prstGeom>
          <a:noFill/>
          <a:extLst>
            <a:ext uri="{909E8E84-426E-40DD-AFC4-6F175D3DCCD1}">
              <a14:hiddenFill xmlns:a14="http://schemas.microsoft.com/office/drawing/2010/main">
                <a:solidFill>
                  <a:srgbClr val="FFFFFF"/>
                </a:solidFill>
              </a14:hiddenFill>
            </a:ext>
          </a:extLst>
        </p:spPr>
      </p:pic>
      <p:cxnSp>
        <p:nvCxnSpPr>
          <p:cNvPr id="69" name="Straight Arrow Connector 68">
            <a:extLst>
              <a:ext uri="{FF2B5EF4-FFF2-40B4-BE49-F238E27FC236}">
                <a16:creationId xmlns:a16="http://schemas.microsoft.com/office/drawing/2014/main" id="{2291B53C-2551-E9E2-E194-8F8D73320848}"/>
              </a:ext>
            </a:extLst>
          </p:cNvPr>
          <p:cNvCxnSpPr>
            <a:cxnSpLocks/>
            <a:stCxn id="22" idx="2"/>
            <a:endCxn id="70" idx="3"/>
          </p:cNvCxnSpPr>
          <p:nvPr/>
        </p:nvCxnSpPr>
        <p:spPr>
          <a:xfrm flipH="1">
            <a:off x="8341191" y="4551805"/>
            <a:ext cx="321698" cy="1003381"/>
          </a:xfrm>
          <a:prstGeom prst="straightConnector1">
            <a:avLst/>
          </a:prstGeom>
          <a:ln w="57150">
            <a:prstDash val="dash"/>
            <a:tailEnd type="triangle"/>
          </a:ln>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D6993F2C-61D9-0C94-EC80-CC97F7576D87}"/>
              </a:ext>
            </a:extLst>
          </p:cNvPr>
          <p:cNvSpPr txBox="1"/>
          <p:nvPr/>
        </p:nvSpPr>
        <p:spPr>
          <a:xfrm>
            <a:off x="7576857" y="5355131"/>
            <a:ext cx="764334" cy="400110"/>
          </a:xfrm>
          <a:prstGeom prst="rect">
            <a:avLst/>
          </a:prstGeom>
          <a:noFill/>
        </p:spPr>
        <p:txBody>
          <a:bodyPr wrap="square" rtlCol="0">
            <a:spAutoFit/>
          </a:bodyPr>
          <a:lstStyle/>
          <a:p>
            <a:r>
              <a:rPr lang="en-GB" sz="1000">
                <a:solidFill>
                  <a:schemeClr val="bg1"/>
                </a:solidFill>
              </a:rPr>
              <a:t>All Usage data</a:t>
            </a:r>
          </a:p>
        </p:txBody>
      </p:sp>
      <p:pic>
        <p:nvPicPr>
          <p:cNvPr id="87" name="Picture 2">
            <a:extLst>
              <a:ext uri="{FF2B5EF4-FFF2-40B4-BE49-F238E27FC236}">
                <a16:creationId xmlns:a16="http://schemas.microsoft.com/office/drawing/2014/main" id="{B8DDE5D2-1674-BDDA-6C03-8D4DF81C5E27}"/>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r="50765" b="65847"/>
          <a:stretch/>
        </p:blipFill>
        <p:spPr bwMode="auto">
          <a:xfrm>
            <a:off x="195038" y="1867339"/>
            <a:ext cx="862894" cy="465192"/>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3">
            <a:extLst>
              <a:ext uri="{FF2B5EF4-FFF2-40B4-BE49-F238E27FC236}">
                <a16:creationId xmlns:a16="http://schemas.microsoft.com/office/drawing/2014/main" id="{9545C1CE-83BC-52ED-FB6B-71763F5BBDF4}"/>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r="42323"/>
          <a:stretch/>
        </p:blipFill>
        <p:spPr bwMode="auto">
          <a:xfrm>
            <a:off x="493548" y="1153146"/>
            <a:ext cx="428512" cy="571500"/>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5">
            <a:extLst>
              <a:ext uri="{FF2B5EF4-FFF2-40B4-BE49-F238E27FC236}">
                <a16:creationId xmlns:a16="http://schemas.microsoft.com/office/drawing/2014/main" id="{65D0B356-F0AF-4B70-D8FD-668DA309044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 r="52320" b="-7174"/>
          <a:stretch/>
        </p:blipFill>
        <p:spPr bwMode="auto">
          <a:xfrm>
            <a:off x="235221" y="4367856"/>
            <a:ext cx="590402" cy="408329"/>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6">
            <a:extLst>
              <a:ext uri="{FF2B5EF4-FFF2-40B4-BE49-F238E27FC236}">
                <a16:creationId xmlns:a16="http://schemas.microsoft.com/office/drawing/2014/main" id="{BB94B8C2-9736-30CF-1157-699B56588568}"/>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39838"/>
          <a:stretch/>
        </p:blipFill>
        <p:spPr bwMode="auto">
          <a:xfrm>
            <a:off x="235221" y="3420240"/>
            <a:ext cx="744958" cy="704850"/>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5" descr="iuu9u">
            <a:extLst>
              <a:ext uri="{FF2B5EF4-FFF2-40B4-BE49-F238E27FC236}">
                <a16:creationId xmlns:a16="http://schemas.microsoft.com/office/drawing/2014/main" id="{DDDA69DA-121B-DC93-5349-7FE0E0D0F3B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8376524" y="1857562"/>
            <a:ext cx="950770" cy="795753"/>
          </a:xfrm>
          <a:prstGeom prst="rect">
            <a:avLst/>
          </a:prstGeom>
          <a:noFill/>
          <a:extLst>
            <a:ext uri="{909E8E84-426E-40DD-AFC4-6F175D3DCCD1}">
              <a14:hiddenFill xmlns:a14="http://schemas.microsoft.com/office/drawing/2010/main">
                <a:solidFill>
                  <a:srgbClr val="FFFFFF"/>
                </a:solidFill>
              </a14:hiddenFill>
            </a:ext>
          </a:extLst>
        </p:spPr>
      </p:pic>
      <p:sp>
        <p:nvSpPr>
          <p:cNvPr id="101" name="TextBox 100">
            <a:extLst>
              <a:ext uri="{FF2B5EF4-FFF2-40B4-BE49-F238E27FC236}">
                <a16:creationId xmlns:a16="http://schemas.microsoft.com/office/drawing/2014/main" id="{69F737A7-22B6-C457-7EDA-555C6097F88D}"/>
              </a:ext>
            </a:extLst>
          </p:cNvPr>
          <p:cNvSpPr txBox="1"/>
          <p:nvPr/>
        </p:nvSpPr>
        <p:spPr>
          <a:xfrm>
            <a:off x="8459529" y="1967444"/>
            <a:ext cx="810631" cy="553998"/>
          </a:xfrm>
          <a:prstGeom prst="rect">
            <a:avLst/>
          </a:prstGeom>
          <a:noFill/>
        </p:spPr>
        <p:txBody>
          <a:bodyPr wrap="square" rtlCol="0">
            <a:spAutoFit/>
          </a:bodyPr>
          <a:lstStyle/>
          <a:p>
            <a:r>
              <a:rPr lang="en-GB" sz="1000" dirty="0">
                <a:solidFill>
                  <a:schemeClr val="bg1"/>
                </a:solidFill>
              </a:rPr>
              <a:t>Give progress feedback</a:t>
            </a:r>
          </a:p>
        </p:txBody>
      </p:sp>
      <p:cxnSp>
        <p:nvCxnSpPr>
          <p:cNvPr id="102" name="Straight Arrow Connector 101">
            <a:extLst>
              <a:ext uri="{FF2B5EF4-FFF2-40B4-BE49-F238E27FC236}">
                <a16:creationId xmlns:a16="http://schemas.microsoft.com/office/drawing/2014/main" id="{9C7DD8D0-3212-C63F-6C17-B085C573039B}"/>
              </a:ext>
            </a:extLst>
          </p:cNvPr>
          <p:cNvCxnSpPr>
            <a:cxnSpLocks/>
            <a:stCxn id="7" idx="1"/>
            <a:endCxn id="100" idx="3"/>
          </p:cNvCxnSpPr>
          <p:nvPr/>
        </p:nvCxnSpPr>
        <p:spPr>
          <a:xfrm flipH="1" flipV="1">
            <a:off x="9327294" y="2255439"/>
            <a:ext cx="1801804" cy="880721"/>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65E8701C-BAE3-612E-ABCD-87DDAC3C8F9D}"/>
              </a:ext>
            </a:extLst>
          </p:cNvPr>
          <p:cNvCxnSpPr>
            <a:cxnSpLocks/>
            <a:stCxn id="5" idx="3"/>
            <a:endCxn id="71" idx="1"/>
          </p:cNvCxnSpPr>
          <p:nvPr/>
        </p:nvCxnSpPr>
        <p:spPr>
          <a:xfrm>
            <a:off x="3493741" y="3589598"/>
            <a:ext cx="1658017" cy="1301041"/>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pic>
        <p:nvPicPr>
          <p:cNvPr id="71" name="Picture 5" descr="iuu9u">
            <a:extLst>
              <a:ext uri="{FF2B5EF4-FFF2-40B4-BE49-F238E27FC236}">
                <a16:creationId xmlns:a16="http://schemas.microsoft.com/office/drawing/2014/main" id="{AAF3E324-FF1B-7F14-4812-B24D3C311D5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5151758" y="4558357"/>
            <a:ext cx="794023" cy="664563"/>
          </a:xfrm>
          <a:prstGeom prst="rect">
            <a:avLst/>
          </a:prstGeom>
          <a:noFill/>
          <a:extLst>
            <a:ext uri="{909E8E84-426E-40DD-AFC4-6F175D3DCCD1}">
              <a14:hiddenFill xmlns:a14="http://schemas.microsoft.com/office/drawing/2010/main">
                <a:solidFill>
                  <a:srgbClr val="FFFFFF"/>
                </a:solidFill>
              </a14:hiddenFill>
            </a:ext>
          </a:extLst>
        </p:spPr>
      </p:pic>
      <p:sp>
        <p:nvSpPr>
          <p:cNvPr id="74" name="TextBox 73">
            <a:extLst>
              <a:ext uri="{FF2B5EF4-FFF2-40B4-BE49-F238E27FC236}">
                <a16:creationId xmlns:a16="http://schemas.microsoft.com/office/drawing/2014/main" id="{CB8EE835-1A2D-112E-EE86-5D6AC417E55F}"/>
              </a:ext>
            </a:extLst>
          </p:cNvPr>
          <p:cNvSpPr txBox="1"/>
          <p:nvPr/>
        </p:nvSpPr>
        <p:spPr>
          <a:xfrm>
            <a:off x="5221380" y="4661887"/>
            <a:ext cx="768448" cy="430887"/>
          </a:xfrm>
          <a:prstGeom prst="rect">
            <a:avLst/>
          </a:prstGeom>
          <a:noFill/>
        </p:spPr>
        <p:txBody>
          <a:bodyPr wrap="square" rtlCol="0">
            <a:spAutoFit/>
          </a:bodyPr>
          <a:lstStyle/>
          <a:p>
            <a:r>
              <a:rPr lang="en-GB" sz="1050">
                <a:solidFill>
                  <a:schemeClr val="bg1"/>
                </a:solidFill>
              </a:rPr>
              <a:t>Give app feedback</a:t>
            </a:r>
          </a:p>
        </p:txBody>
      </p:sp>
      <p:sp>
        <p:nvSpPr>
          <p:cNvPr id="35" name="TextBox 34">
            <a:extLst>
              <a:ext uri="{FF2B5EF4-FFF2-40B4-BE49-F238E27FC236}">
                <a16:creationId xmlns:a16="http://schemas.microsoft.com/office/drawing/2014/main" id="{8CB906B0-B71A-BBF1-6157-2CF8FA2EA3D4}"/>
              </a:ext>
            </a:extLst>
          </p:cNvPr>
          <p:cNvSpPr txBox="1"/>
          <p:nvPr/>
        </p:nvSpPr>
        <p:spPr>
          <a:xfrm>
            <a:off x="925015" y="1758604"/>
            <a:ext cx="1410186" cy="1569660"/>
          </a:xfrm>
          <a:prstGeom prst="rect">
            <a:avLst/>
          </a:prstGeom>
          <a:noFill/>
        </p:spPr>
        <p:txBody>
          <a:bodyPr wrap="square" rtlCol="0">
            <a:spAutoFit/>
          </a:bodyPr>
          <a:lstStyle/>
          <a:p>
            <a:r>
              <a:rPr lang="en-GB" sz="1600"/>
              <a:t>Association</a:t>
            </a:r>
          </a:p>
          <a:p>
            <a:r>
              <a:rPr lang="en-GB" sz="1600"/>
              <a:t>Include</a:t>
            </a:r>
          </a:p>
          <a:p>
            <a:r>
              <a:rPr lang="en-GB" sz="1600"/>
              <a:t>Extend</a:t>
            </a:r>
          </a:p>
          <a:p>
            <a:r>
              <a:rPr lang="en-GB" sz="1600"/>
              <a:t>Generalisation (inheritance)</a:t>
            </a:r>
          </a:p>
        </p:txBody>
      </p:sp>
      <p:sp>
        <p:nvSpPr>
          <p:cNvPr id="36" name="TextBox 35">
            <a:extLst>
              <a:ext uri="{FF2B5EF4-FFF2-40B4-BE49-F238E27FC236}">
                <a16:creationId xmlns:a16="http://schemas.microsoft.com/office/drawing/2014/main" id="{FF2F29E7-6299-875F-4176-A32ACE97B7EB}"/>
              </a:ext>
            </a:extLst>
          </p:cNvPr>
          <p:cNvSpPr txBox="1"/>
          <p:nvPr/>
        </p:nvSpPr>
        <p:spPr>
          <a:xfrm>
            <a:off x="980179" y="1263062"/>
            <a:ext cx="773148" cy="369332"/>
          </a:xfrm>
          <a:prstGeom prst="rect">
            <a:avLst/>
          </a:prstGeom>
          <a:noFill/>
        </p:spPr>
        <p:txBody>
          <a:bodyPr wrap="square" rtlCol="0">
            <a:spAutoFit/>
          </a:bodyPr>
          <a:lstStyle/>
          <a:p>
            <a:r>
              <a:rPr lang="en-GB"/>
              <a:t>actor</a:t>
            </a:r>
          </a:p>
        </p:txBody>
      </p:sp>
      <p:sp>
        <p:nvSpPr>
          <p:cNvPr id="48" name="TextBox 47">
            <a:extLst>
              <a:ext uri="{FF2B5EF4-FFF2-40B4-BE49-F238E27FC236}">
                <a16:creationId xmlns:a16="http://schemas.microsoft.com/office/drawing/2014/main" id="{1FE7585B-A4BE-4547-F46C-FAA61DE05148}"/>
              </a:ext>
            </a:extLst>
          </p:cNvPr>
          <p:cNvSpPr txBox="1"/>
          <p:nvPr/>
        </p:nvSpPr>
        <p:spPr>
          <a:xfrm>
            <a:off x="1159626" y="3536863"/>
            <a:ext cx="1154923" cy="369332"/>
          </a:xfrm>
          <a:prstGeom prst="rect">
            <a:avLst/>
          </a:prstGeom>
          <a:noFill/>
        </p:spPr>
        <p:txBody>
          <a:bodyPr wrap="square" rtlCol="0">
            <a:spAutoFit/>
          </a:bodyPr>
          <a:lstStyle/>
          <a:p>
            <a:r>
              <a:rPr lang="en-GB"/>
              <a:t>system</a:t>
            </a:r>
          </a:p>
        </p:txBody>
      </p:sp>
      <p:sp>
        <p:nvSpPr>
          <p:cNvPr id="62" name="TextBox 61">
            <a:extLst>
              <a:ext uri="{FF2B5EF4-FFF2-40B4-BE49-F238E27FC236}">
                <a16:creationId xmlns:a16="http://schemas.microsoft.com/office/drawing/2014/main" id="{4348FFAD-D610-1C5C-FEE9-E4BE8C8D6CDA}"/>
              </a:ext>
            </a:extLst>
          </p:cNvPr>
          <p:cNvSpPr txBox="1"/>
          <p:nvPr/>
        </p:nvSpPr>
        <p:spPr>
          <a:xfrm>
            <a:off x="1068644" y="4367139"/>
            <a:ext cx="1100970" cy="646331"/>
          </a:xfrm>
          <a:prstGeom prst="rect">
            <a:avLst/>
          </a:prstGeom>
          <a:noFill/>
        </p:spPr>
        <p:txBody>
          <a:bodyPr wrap="square" rtlCol="0">
            <a:spAutoFit/>
          </a:bodyPr>
          <a:lstStyle/>
          <a:p>
            <a:r>
              <a:rPr lang="en-GB"/>
              <a:t>Use case</a:t>
            </a:r>
          </a:p>
        </p:txBody>
      </p:sp>
      <p:pic>
        <p:nvPicPr>
          <p:cNvPr id="3" name="Picture 2">
            <a:extLst>
              <a:ext uri="{FF2B5EF4-FFF2-40B4-BE49-F238E27FC236}">
                <a16:creationId xmlns:a16="http://schemas.microsoft.com/office/drawing/2014/main" id="{2E52ECDD-1A33-9495-65E5-72BBE586D033}"/>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50000" r="50765"/>
          <a:stretch/>
        </p:blipFill>
        <p:spPr bwMode="auto">
          <a:xfrm>
            <a:off x="96815" y="2521442"/>
            <a:ext cx="862894" cy="681037"/>
          </a:xfrm>
          <a:prstGeom prst="rect">
            <a:avLst/>
          </a:prstGeom>
          <a:noFill/>
          <a:extLst>
            <a:ext uri="{909E8E84-426E-40DD-AFC4-6F175D3DCCD1}">
              <a14:hiddenFill xmlns:a14="http://schemas.microsoft.com/office/drawing/2010/main">
                <a:solidFill>
                  <a:srgbClr val="FFFFFF"/>
                </a:solidFill>
              </a14:hiddenFill>
            </a:ext>
          </a:extLst>
        </p:spPr>
      </p:pic>
      <p:cxnSp>
        <p:nvCxnSpPr>
          <p:cNvPr id="64" name="Straight Arrow Connector 63">
            <a:extLst>
              <a:ext uri="{FF2B5EF4-FFF2-40B4-BE49-F238E27FC236}">
                <a16:creationId xmlns:a16="http://schemas.microsoft.com/office/drawing/2014/main" id="{F7690F2B-D81E-C0FB-08D7-2863001C2A59}"/>
              </a:ext>
            </a:extLst>
          </p:cNvPr>
          <p:cNvCxnSpPr>
            <a:cxnSpLocks/>
            <a:stCxn id="12" idx="2"/>
            <a:endCxn id="20" idx="1"/>
          </p:cNvCxnSpPr>
          <p:nvPr/>
        </p:nvCxnSpPr>
        <p:spPr>
          <a:xfrm>
            <a:off x="5444851" y="1746454"/>
            <a:ext cx="1222655" cy="298339"/>
          </a:xfrm>
          <a:prstGeom prst="straightConnector1">
            <a:avLst/>
          </a:prstGeom>
          <a:ln w="571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Arrow Connector 71">
            <a:extLst>
              <a:ext uri="{FF2B5EF4-FFF2-40B4-BE49-F238E27FC236}">
                <a16:creationId xmlns:a16="http://schemas.microsoft.com/office/drawing/2014/main" id="{C31911E9-BFE1-7605-FCD0-1B047010CEDE}"/>
              </a:ext>
            </a:extLst>
          </p:cNvPr>
          <p:cNvCxnSpPr>
            <a:cxnSpLocks/>
          </p:cNvCxnSpPr>
          <p:nvPr/>
        </p:nvCxnSpPr>
        <p:spPr>
          <a:xfrm>
            <a:off x="258703" y="2373723"/>
            <a:ext cx="635679" cy="0"/>
          </a:xfrm>
          <a:prstGeom prst="straightConnector1">
            <a:avLst/>
          </a:prstGeom>
          <a:ln w="571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Arrow Connector 82">
            <a:extLst>
              <a:ext uri="{FF2B5EF4-FFF2-40B4-BE49-F238E27FC236}">
                <a16:creationId xmlns:a16="http://schemas.microsoft.com/office/drawing/2014/main" id="{6D2C9B16-590D-72FF-3520-DED9AC9266A0}"/>
              </a:ext>
            </a:extLst>
          </p:cNvPr>
          <p:cNvCxnSpPr>
            <a:cxnSpLocks/>
            <a:stCxn id="5" idx="3"/>
          </p:cNvCxnSpPr>
          <p:nvPr/>
        </p:nvCxnSpPr>
        <p:spPr>
          <a:xfrm>
            <a:off x="3493741" y="3589598"/>
            <a:ext cx="1566902" cy="52069"/>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pic>
        <p:nvPicPr>
          <p:cNvPr id="86" name="Picture 5" descr="iuu9u">
            <a:extLst>
              <a:ext uri="{FF2B5EF4-FFF2-40B4-BE49-F238E27FC236}">
                <a16:creationId xmlns:a16="http://schemas.microsoft.com/office/drawing/2014/main" id="{E67BB42B-CB8E-84E6-F663-344B0053E38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2017"/>
          <a:stretch/>
        </p:blipFill>
        <p:spPr bwMode="auto">
          <a:xfrm>
            <a:off x="5067665" y="3438423"/>
            <a:ext cx="990921" cy="425923"/>
          </a:xfrm>
          <a:prstGeom prst="rect">
            <a:avLst/>
          </a:prstGeom>
          <a:noFill/>
          <a:extLst>
            <a:ext uri="{909E8E84-426E-40DD-AFC4-6F175D3DCCD1}">
              <a14:hiddenFill xmlns:a14="http://schemas.microsoft.com/office/drawing/2010/main">
                <a:solidFill>
                  <a:srgbClr val="FFFFFF"/>
                </a:solidFill>
              </a14:hiddenFill>
            </a:ext>
          </a:extLst>
        </p:spPr>
      </p:pic>
      <p:sp>
        <p:nvSpPr>
          <p:cNvPr id="91" name="TextBox 90">
            <a:extLst>
              <a:ext uri="{FF2B5EF4-FFF2-40B4-BE49-F238E27FC236}">
                <a16:creationId xmlns:a16="http://schemas.microsoft.com/office/drawing/2014/main" id="{84836D6B-498E-A358-5839-A80BABFA49A9}"/>
              </a:ext>
            </a:extLst>
          </p:cNvPr>
          <p:cNvSpPr txBox="1"/>
          <p:nvPr/>
        </p:nvSpPr>
        <p:spPr>
          <a:xfrm>
            <a:off x="5149971" y="3500673"/>
            <a:ext cx="1002336" cy="246221"/>
          </a:xfrm>
          <a:prstGeom prst="rect">
            <a:avLst/>
          </a:prstGeom>
          <a:noFill/>
        </p:spPr>
        <p:txBody>
          <a:bodyPr wrap="square" rtlCol="0">
            <a:spAutoFit/>
          </a:bodyPr>
          <a:lstStyle/>
          <a:p>
            <a:r>
              <a:rPr lang="en-GB" sz="1000">
                <a:solidFill>
                  <a:schemeClr val="bg1"/>
                </a:solidFill>
              </a:rPr>
              <a:t>Leaderboard</a:t>
            </a:r>
          </a:p>
        </p:txBody>
      </p:sp>
      <p:sp>
        <p:nvSpPr>
          <p:cNvPr id="58" name="TextBox 57">
            <a:extLst>
              <a:ext uri="{FF2B5EF4-FFF2-40B4-BE49-F238E27FC236}">
                <a16:creationId xmlns:a16="http://schemas.microsoft.com/office/drawing/2014/main" id="{CAD0CEB9-A7C0-B492-0EA7-6A9EC78E3CD1}"/>
              </a:ext>
            </a:extLst>
          </p:cNvPr>
          <p:cNvSpPr txBox="1"/>
          <p:nvPr/>
        </p:nvSpPr>
        <p:spPr>
          <a:xfrm>
            <a:off x="9864356" y="1153146"/>
            <a:ext cx="1631423" cy="577081"/>
          </a:xfrm>
          <a:prstGeom prst="rect">
            <a:avLst/>
          </a:prstGeom>
          <a:noFill/>
        </p:spPr>
        <p:txBody>
          <a:bodyPr wrap="square" rtlCol="0">
            <a:spAutoFit/>
          </a:bodyPr>
          <a:lstStyle/>
          <a:p>
            <a:r>
              <a:rPr lang="en-GB" sz="1050" dirty="0"/>
              <a:t>Teachers can send feedback to students at any time and the</a:t>
            </a:r>
          </a:p>
        </p:txBody>
      </p:sp>
    </p:spTree>
    <p:extLst>
      <p:ext uri="{BB962C8B-B14F-4D97-AF65-F5344CB8AC3E}">
        <p14:creationId xmlns:p14="http://schemas.microsoft.com/office/powerpoint/2010/main" val="2834444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AFFA-9C89-F46A-18B7-F35688C59D63}"/>
              </a:ext>
            </a:extLst>
          </p:cNvPr>
          <p:cNvSpPr>
            <a:spLocks noGrp="1"/>
          </p:cNvSpPr>
          <p:nvPr>
            <p:ph type="title"/>
          </p:nvPr>
        </p:nvSpPr>
        <p:spPr>
          <a:xfrm>
            <a:off x="234286" y="0"/>
            <a:ext cx="10353761" cy="1000845"/>
          </a:xfrm>
        </p:spPr>
        <p:txBody>
          <a:bodyPr/>
          <a:lstStyle/>
          <a:p>
            <a:r>
              <a:rPr lang="en-GB"/>
              <a:t>Flow charts</a:t>
            </a:r>
          </a:p>
        </p:txBody>
      </p:sp>
      <p:pic>
        <p:nvPicPr>
          <p:cNvPr id="3084" name="Picture 12">
            <a:extLst>
              <a:ext uri="{FF2B5EF4-FFF2-40B4-BE49-F238E27FC236}">
                <a16:creationId xmlns:a16="http://schemas.microsoft.com/office/drawing/2014/main" id="{A42BA0E8-0175-A08D-41AD-2DB26576A0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3706" y="572432"/>
            <a:ext cx="934804" cy="398125"/>
          </a:xfrm>
          <a:prstGeom prst="rect">
            <a:avLst/>
          </a:prstGeom>
          <a:noFill/>
          <a:extLst>
            <a:ext uri="{909E8E84-426E-40DD-AFC4-6F175D3DCCD1}">
              <a14:hiddenFill xmlns:a14="http://schemas.microsoft.com/office/drawing/2010/main">
                <a:solidFill>
                  <a:srgbClr val="FFFFFF"/>
                </a:solidFill>
              </a14:hiddenFill>
            </a:ext>
          </a:extLst>
        </p:spPr>
      </p:pic>
      <p:pic>
        <p:nvPicPr>
          <p:cNvPr id="3085" name="Picture 13">
            <a:extLst>
              <a:ext uri="{FF2B5EF4-FFF2-40B4-BE49-F238E27FC236}">
                <a16:creationId xmlns:a16="http://schemas.microsoft.com/office/drawing/2014/main" id="{FD2CA403-4362-7CA5-1C6B-8108ACB5F3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66834" y="3003218"/>
            <a:ext cx="1328474" cy="505627"/>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a:extLst>
              <a:ext uri="{FF2B5EF4-FFF2-40B4-BE49-F238E27FC236}">
                <a16:creationId xmlns:a16="http://schemas.microsoft.com/office/drawing/2014/main" id="{3C48919D-B70E-DBB1-251C-48BD7DA6BA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18765" y="4630098"/>
            <a:ext cx="1216538" cy="829552"/>
          </a:xfrm>
          <a:prstGeom prst="rect">
            <a:avLst/>
          </a:prstGeom>
          <a:noFill/>
          <a:extLst>
            <a:ext uri="{909E8E84-426E-40DD-AFC4-6F175D3DCCD1}">
              <a14:hiddenFill xmlns:a14="http://schemas.microsoft.com/office/drawing/2010/main">
                <a:solidFill>
                  <a:srgbClr val="FFFFFF"/>
                </a:solidFill>
              </a14:hiddenFill>
            </a:ext>
          </a:extLst>
        </p:spPr>
      </p:pic>
      <p:pic>
        <p:nvPicPr>
          <p:cNvPr id="3087" name="Picture 15">
            <a:extLst>
              <a:ext uri="{FF2B5EF4-FFF2-40B4-BE49-F238E27FC236}">
                <a16:creationId xmlns:a16="http://schemas.microsoft.com/office/drawing/2014/main" id="{FDE867DD-8F54-6ECD-D957-D6FD175F4F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29467" y="3901577"/>
            <a:ext cx="1076983" cy="45867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5">
            <a:extLst>
              <a:ext uri="{FF2B5EF4-FFF2-40B4-BE49-F238E27FC236}">
                <a16:creationId xmlns:a16="http://schemas.microsoft.com/office/drawing/2014/main" id="{02EA3675-BF60-CA53-983F-47D540FB99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49884" y="2080463"/>
            <a:ext cx="934802" cy="39812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4">
            <a:extLst>
              <a:ext uri="{FF2B5EF4-FFF2-40B4-BE49-F238E27FC236}">
                <a16:creationId xmlns:a16="http://schemas.microsoft.com/office/drawing/2014/main" id="{FDCABDF0-9374-F43F-BC70-7884697898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278" y="2663449"/>
            <a:ext cx="888625" cy="6795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5">
            <a:extLst>
              <a:ext uri="{FF2B5EF4-FFF2-40B4-BE49-F238E27FC236}">
                <a16:creationId xmlns:a16="http://schemas.microsoft.com/office/drawing/2014/main" id="{0D854429-8BFA-DC26-A1CD-11406A5EC8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131" y="2050416"/>
            <a:ext cx="934802" cy="44647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3">
            <a:extLst>
              <a:ext uri="{FF2B5EF4-FFF2-40B4-BE49-F238E27FC236}">
                <a16:creationId xmlns:a16="http://schemas.microsoft.com/office/drawing/2014/main" id="{0BDF3E24-A88D-8921-DB98-54873EB8D6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84" y="1432101"/>
            <a:ext cx="1046022" cy="44647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a:extLst>
              <a:ext uri="{FF2B5EF4-FFF2-40B4-BE49-F238E27FC236}">
                <a16:creationId xmlns:a16="http://schemas.microsoft.com/office/drawing/2014/main" id="{16CDD8D3-ACC5-1DD0-D0B6-E1607173E3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88281" y="1203472"/>
            <a:ext cx="1234289" cy="43658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a:extLst>
              <a:ext uri="{FF2B5EF4-FFF2-40B4-BE49-F238E27FC236}">
                <a16:creationId xmlns:a16="http://schemas.microsoft.com/office/drawing/2014/main" id="{BF273560-FAE2-F051-4271-FE0E58AF99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91519" y="1909842"/>
            <a:ext cx="1376098" cy="85628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a:extLst>
              <a:ext uri="{FF2B5EF4-FFF2-40B4-BE49-F238E27FC236}">
                <a16:creationId xmlns:a16="http://schemas.microsoft.com/office/drawing/2014/main" id="{5053F830-8D67-7881-802D-E8B415C1A0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1622" y="6407461"/>
            <a:ext cx="934804" cy="39812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CCB45162-91F8-A8AD-A9FD-A9228A2597E0}"/>
              </a:ext>
            </a:extLst>
          </p:cNvPr>
          <p:cNvSpPr txBox="1"/>
          <p:nvPr/>
        </p:nvSpPr>
        <p:spPr>
          <a:xfrm>
            <a:off x="9811199" y="562653"/>
            <a:ext cx="663240" cy="369332"/>
          </a:xfrm>
          <a:prstGeom prst="rect">
            <a:avLst/>
          </a:prstGeom>
          <a:noFill/>
        </p:spPr>
        <p:txBody>
          <a:bodyPr wrap="square" rtlCol="0">
            <a:spAutoFit/>
          </a:bodyPr>
          <a:lstStyle/>
          <a:p>
            <a:r>
              <a:rPr lang="en-GB"/>
              <a:t>start</a:t>
            </a:r>
          </a:p>
        </p:txBody>
      </p:sp>
      <p:sp>
        <p:nvSpPr>
          <p:cNvPr id="14" name="TextBox 13">
            <a:extLst>
              <a:ext uri="{FF2B5EF4-FFF2-40B4-BE49-F238E27FC236}">
                <a16:creationId xmlns:a16="http://schemas.microsoft.com/office/drawing/2014/main" id="{340423DE-5E43-65BF-4E1D-A1920E454907}"/>
              </a:ext>
            </a:extLst>
          </p:cNvPr>
          <p:cNvSpPr txBox="1"/>
          <p:nvPr/>
        </p:nvSpPr>
        <p:spPr>
          <a:xfrm>
            <a:off x="9585032" y="1233537"/>
            <a:ext cx="1255737" cy="246221"/>
          </a:xfrm>
          <a:prstGeom prst="rect">
            <a:avLst/>
          </a:prstGeom>
          <a:noFill/>
        </p:spPr>
        <p:txBody>
          <a:bodyPr wrap="square" rtlCol="0">
            <a:spAutoFit/>
          </a:bodyPr>
          <a:lstStyle/>
          <a:p>
            <a:r>
              <a:rPr lang="en-GB" sz="1000"/>
              <a:t>Forgot password</a:t>
            </a:r>
          </a:p>
        </p:txBody>
      </p:sp>
      <p:sp>
        <p:nvSpPr>
          <p:cNvPr id="16" name="TextBox 15">
            <a:extLst>
              <a:ext uri="{FF2B5EF4-FFF2-40B4-BE49-F238E27FC236}">
                <a16:creationId xmlns:a16="http://schemas.microsoft.com/office/drawing/2014/main" id="{BB968E0C-30C4-A6BF-DD16-24599208983C}"/>
              </a:ext>
            </a:extLst>
          </p:cNvPr>
          <p:cNvSpPr txBox="1"/>
          <p:nvPr/>
        </p:nvSpPr>
        <p:spPr>
          <a:xfrm>
            <a:off x="11064817" y="2140426"/>
            <a:ext cx="919869" cy="246221"/>
          </a:xfrm>
          <a:prstGeom prst="rect">
            <a:avLst/>
          </a:prstGeom>
          <a:noFill/>
        </p:spPr>
        <p:txBody>
          <a:bodyPr wrap="square" rtlCol="0">
            <a:spAutoFit/>
          </a:bodyPr>
          <a:lstStyle/>
          <a:p>
            <a:r>
              <a:rPr lang="en-GB" sz="1000"/>
              <a:t>Send email</a:t>
            </a:r>
          </a:p>
        </p:txBody>
      </p:sp>
      <p:sp>
        <p:nvSpPr>
          <p:cNvPr id="17" name="TextBox 16">
            <a:extLst>
              <a:ext uri="{FF2B5EF4-FFF2-40B4-BE49-F238E27FC236}">
                <a16:creationId xmlns:a16="http://schemas.microsoft.com/office/drawing/2014/main" id="{8DD879ED-12AB-0EFB-FC3B-2E5125827F35}"/>
              </a:ext>
            </a:extLst>
          </p:cNvPr>
          <p:cNvSpPr txBox="1"/>
          <p:nvPr/>
        </p:nvSpPr>
        <p:spPr>
          <a:xfrm>
            <a:off x="9819537" y="1996654"/>
            <a:ext cx="778974" cy="553998"/>
          </a:xfrm>
          <a:prstGeom prst="rect">
            <a:avLst/>
          </a:prstGeom>
          <a:noFill/>
        </p:spPr>
        <p:txBody>
          <a:bodyPr wrap="square" rtlCol="0">
            <a:spAutoFit/>
          </a:bodyPr>
          <a:lstStyle/>
          <a:p>
            <a:r>
              <a:rPr lang="en-GB" sz="1000"/>
              <a:t>Forgot password= yes/no</a:t>
            </a:r>
          </a:p>
        </p:txBody>
      </p:sp>
      <p:sp>
        <p:nvSpPr>
          <p:cNvPr id="20" name="TextBox 19">
            <a:extLst>
              <a:ext uri="{FF2B5EF4-FFF2-40B4-BE49-F238E27FC236}">
                <a16:creationId xmlns:a16="http://schemas.microsoft.com/office/drawing/2014/main" id="{54CB269F-5C10-64C9-BCF0-059199C8E124}"/>
              </a:ext>
            </a:extLst>
          </p:cNvPr>
          <p:cNvSpPr txBox="1"/>
          <p:nvPr/>
        </p:nvSpPr>
        <p:spPr>
          <a:xfrm>
            <a:off x="9524220" y="3039856"/>
            <a:ext cx="1255737" cy="400110"/>
          </a:xfrm>
          <a:prstGeom prst="rect">
            <a:avLst/>
          </a:prstGeom>
          <a:noFill/>
        </p:spPr>
        <p:txBody>
          <a:bodyPr wrap="square" rtlCol="0">
            <a:spAutoFit/>
          </a:bodyPr>
          <a:lstStyle/>
          <a:p>
            <a:r>
              <a:rPr lang="en-GB" sz="1000"/>
              <a:t>Input username and password</a:t>
            </a:r>
          </a:p>
        </p:txBody>
      </p:sp>
      <p:sp>
        <p:nvSpPr>
          <p:cNvPr id="22" name="TextBox 21">
            <a:extLst>
              <a:ext uri="{FF2B5EF4-FFF2-40B4-BE49-F238E27FC236}">
                <a16:creationId xmlns:a16="http://schemas.microsoft.com/office/drawing/2014/main" id="{E716BEA8-D192-37C7-884A-8372ED06AB44}"/>
              </a:ext>
            </a:extLst>
          </p:cNvPr>
          <p:cNvSpPr txBox="1"/>
          <p:nvPr/>
        </p:nvSpPr>
        <p:spPr>
          <a:xfrm>
            <a:off x="9612614" y="3825922"/>
            <a:ext cx="1255737" cy="553998"/>
          </a:xfrm>
          <a:prstGeom prst="rect">
            <a:avLst/>
          </a:prstGeom>
          <a:noFill/>
        </p:spPr>
        <p:txBody>
          <a:bodyPr wrap="square" rtlCol="0">
            <a:spAutoFit/>
          </a:bodyPr>
          <a:lstStyle/>
          <a:p>
            <a:r>
              <a:rPr lang="en-GB" sz="1000"/>
              <a:t>Check username and respective password</a:t>
            </a:r>
          </a:p>
        </p:txBody>
      </p:sp>
      <p:sp>
        <p:nvSpPr>
          <p:cNvPr id="23" name="TextBox 22">
            <a:extLst>
              <a:ext uri="{FF2B5EF4-FFF2-40B4-BE49-F238E27FC236}">
                <a16:creationId xmlns:a16="http://schemas.microsoft.com/office/drawing/2014/main" id="{2875A4FD-630B-7E11-3641-6A48B126CEF7}"/>
              </a:ext>
            </a:extLst>
          </p:cNvPr>
          <p:cNvSpPr txBox="1"/>
          <p:nvPr/>
        </p:nvSpPr>
        <p:spPr>
          <a:xfrm>
            <a:off x="9643602" y="4822801"/>
            <a:ext cx="1255737" cy="400110"/>
          </a:xfrm>
          <a:prstGeom prst="rect">
            <a:avLst/>
          </a:prstGeom>
          <a:noFill/>
        </p:spPr>
        <p:txBody>
          <a:bodyPr wrap="square" rtlCol="0">
            <a:spAutoFit/>
          </a:bodyPr>
          <a:lstStyle/>
          <a:p>
            <a:r>
              <a:rPr lang="en-GB" sz="1000"/>
              <a:t>Username and password found</a:t>
            </a:r>
          </a:p>
        </p:txBody>
      </p:sp>
      <p:pic>
        <p:nvPicPr>
          <p:cNvPr id="24" name="Picture 15">
            <a:extLst>
              <a:ext uri="{FF2B5EF4-FFF2-40B4-BE49-F238E27FC236}">
                <a16:creationId xmlns:a16="http://schemas.microsoft.com/office/drawing/2014/main" id="{4BC38C3E-45B0-00EE-C8CE-68EA4740A8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10411" y="5730104"/>
            <a:ext cx="934802" cy="39812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5F3586AB-9884-3B77-BFD2-9E98CEAD62ED}"/>
              </a:ext>
            </a:extLst>
          </p:cNvPr>
          <p:cNvSpPr txBox="1"/>
          <p:nvPr/>
        </p:nvSpPr>
        <p:spPr>
          <a:xfrm>
            <a:off x="9663706" y="5766476"/>
            <a:ext cx="684069" cy="307777"/>
          </a:xfrm>
          <a:prstGeom prst="rect">
            <a:avLst/>
          </a:prstGeom>
          <a:noFill/>
        </p:spPr>
        <p:txBody>
          <a:bodyPr wrap="square" rtlCol="0">
            <a:spAutoFit/>
          </a:bodyPr>
          <a:lstStyle/>
          <a:p>
            <a:r>
              <a:rPr lang="en-GB" sz="1400"/>
              <a:t>login</a:t>
            </a:r>
            <a:endParaRPr lang="en-GB" sz="1000"/>
          </a:p>
        </p:txBody>
      </p:sp>
      <p:cxnSp>
        <p:nvCxnSpPr>
          <p:cNvPr id="27" name="Straight Arrow Connector 26">
            <a:extLst>
              <a:ext uri="{FF2B5EF4-FFF2-40B4-BE49-F238E27FC236}">
                <a16:creationId xmlns:a16="http://schemas.microsoft.com/office/drawing/2014/main" id="{8A500317-3E2D-5CC7-3CD1-E1AF23A94F31}"/>
              </a:ext>
            </a:extLst>
          </p:cNvPr>
          <p:cNvCxnSpPr>
            <a:cxnSpLocks/>
          </p:cNvCxnSpPr>
          <p:nvPr/>
        </p:nvCxnSpPr>
        <p:spPr>
          <a:xfrm>
            <a:off x="9950074" y="958763"/>
            <a:ext cx="0" cy="2204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79E3870C-C00A-3F17-9D04-7647A9488BD0}"/>
              </a:ext>
            </a:extLst>
          </p:cNvPr>
          <p:cNvCxnSpPr>
            <a:cxnSpLocks/>
          </p:cNvCxnSpPr>
          <p:nvPr/>
        </p:nvCxnSpPr>
        <p:spPr>
          <a:xfrm>
            <a:off x="10149608" y="1604293"/>
            <a:ext cx="0" cy="2204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60F8B5FC-E17B-B1BB-16A5-72460EA48816}"/>
              </a:ext>
            </a:extLst>
          </p:cNvPr>
          <p:cNvCxnSpPr>
            <a:cxnSpLocks/>
          </p:cNvCxnSpPr>
          <p:nvPr/>
        </p:nvCxnSpPr>
        <p:spPr>
          <a:xfrm>
            <a:off x="10149608" y="2721313"/>
            <a:ext cx="0" cy="2204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29004357-1474-AEBB-E2B6-EFE1EA71A703}"/>
              </a:ext>
            </a:extLst>
          </p:cNvPr>
          <p:cNvCxnSpPr>
            <a:cxnSpLocks/>
          </p:cNvCxnSpPr>
          <p:nvPr/>
        </p:nvCxnSpPr>
        <p:spPr>
          <a:xfrm>
            <a:off x="10144895" y="3535623"/>
            <a:ext cx="0" cy="2204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A2CEA894-6DC3-F560-CD83-6CB1AFFEA944}"/>
              </a:ext>
            </a:extLst>
          </p:cNvPr>
          <p:cNvCxnSpPr>
            <a:cxnSpLocks/>
          </p:cNvCxnSpPr>
          <p:nvPr/>
        </p:nvCxnSpPr>
        <p:spPr>
          <a:xfrm>
            <a:off x="10179460" y="4360531"/>
            <a:ext cx="0" cy="2204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70621E55-DF2D-2A81-5CE8-49B2B675EE98}"/>
              </a:ext>
            </a:extLst>
          </p:cNvPr>
          <p:cNvCxnSpPr>
            <a:cxnSpLocks/>
          </p:cNvCxnSpPr>
          <p:nvPr/>
        </p:nvCxnSpPr>
        <p:spPr>
          <a:xfrm>
            <a:off x="10144895" y="5461255"/>
            <a:ext cx="0" cy="2204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3E1BD70F-989A-BBE4-9452-2C5943FAACBE}"/>
              </a:ext>
            </a:extLst>
          </p:cNvPr>
          <p:cNvCxnSpPr>
            <a:cxnSpLocks/>
          </p:cNvCxnSpPr>
          <p:nvPr/>
        </p:nvCxnSpPr>
        <p:spPr>
          <a:xfrm>
            <a:off x="10179460" y="6111273"/>
            <a:ext cx="0" cy="2204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DD5F40B8-C95D-8CA2-6BEF-EA1A3B08B6F2}"/>
              </a:ext>
            </a:extLst>
          </p:cNvPr>
          <p:cNvCxnSpPr>
            <a:cxnSpLocks/>
            <a:stCxn id="17" idx="3"/>
            <a:endCxn id="16" idx="1"/>
          </p:cNvCxnSpPr>
          <p:nvPr/>
        </p:nvCxnSpPr>
        <p:spPr>
          <a:xfrm flipV="1">
            <a:off x="10598511" y="2263537"/>
            <a:ext cx="466306" cy="1011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92E081DD-A5B3-3D32-AD2C-9DFC118A1219}"/>
              </a:ext>
            </a:extLst>
          </p:cNvPr>
          <p:cNvCxnSpPr>
            <a:cxnSpLocks/>
            <a:endCxn id="20" idx="3"/>
          </p:cNvCxnSpPr>
          <p:nvPr/>
        </p:nvCxnSpPr>
        <p:spPr>
          <a:xfrm flipH="1" flipV="1">
            <a:off x="10779957" y="3239911"/>
            <a:ext cx="848088" cy="906083"/>
          </a:xfrm>
          <a:prstGeom prst="straightConnector1">
            <a:avLst/>
          </a:prstGeom>
          <a:ln w="38100">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F82286DA-B9FE-4C7C-0801-4360BECEBF93}"/>
              </a:ext>
            </a:extLst>
          </p:cNvPr>
          <p:cNvCxnSpPr>
            <a:cxnSpLocks/>
          </p:cNvCxnSpPr>
          <p:nvPr/>
        </p:nvCxnSpPr>
        <p:spPr>
          <a:xfrm flipV="1">
            <a:off x="10706450" y="4127601"/>
            <a:ext cx="921595" cy="86690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46" name="TextBox 45">
            <a:extLst>
              <a:ext uri="{FF2B5EF4-FFF2-40B4-BE49-F238E27FC236}">
                <a16:creationId xmlns:a16="http://schemas.microsoft.com/office/drawing/2014/main" id="{73253542-45BB-EEFE-2A37-9ACE722CE3DA}"/>
              </a:ext>
            </a:extLst>
          </p:cNvPr>
          <p:cNvSpPr txBox="1"/>
          <p:nvPr/>
        </p:nvSpPr>
        <p:spPr>
          <a:xfrm>
            <a:off x="10899339" y="4746319"/>
            <a:ext cx="469847" cy="276999"/>
          </a:xfrm>
          <a:prstGeom prst="rect">
            <a:avLst/>
          </a:prstGeom>
          <a:noFill/>
        </p:spPr>
        <p:txBody>
          <a:bodyPr wrap="square" rtlCol="0">
            <a:spAutoFit/>
          </a:bodyPr>
          <a:lstStyle/>
          <a:p>
            <a:r>
              <a:rPr lang="en-GB" sz="1200"/>
              <a:t>no</a:t>
            </a:r>
          </a:p>
        </p:txBody>
      </p:sp>
      <p:sp>
        <p:nvSpPr>
          <p:cNvPr id="47" name="TextBox 46">
            <a:extLst>
              <a:ext uri="{FF2B5EF4-FFF2-40B4-BE49-F238E27FC236}">
                <a16:creationId xmlns:a16="http://schemas.microsoft.com/office/drawing/2014/main" id="{65BAEFB1-6ECC-0DC0-E651-CD4DD7167629}"/>
              </a:ext>
            </a:extLst>
          </p:cNvPr>
          <p:cNvSpPr txBox="1"/>
          <p:nvPr/>
        </p:nvSpPr>
        <p:spPr>
          <a:xfrm>
            <a:off x="10134336" y="5361021"/>
            <a:ext cx="469847" cy="276999"/>
          </a:xfrm>
          <a:prstGeom prst="rect">
            <a:avLst/>
          </a:prstGeom>
          <a:noFill/>
        </p:spPr>
        <p:txBody>
          <a:bodyPr wrap="square" rtlCol="0">
            <a:spAutoFit/>
          </a:bodyPr>
          <a:lstStyle/>
          <a:p>
            <a:r>
              <a:rPr lang="en-GB" sz="1200"/>
              <a:t>yes</a:t>
            </a:r>
          </a:p>
        </p:txBody>
      </p:sp>
      <p:sp>
        <p:nvSpPr>
          <p:cNvPr id="55" name="TextBox 54">
            <a:extLst>
              <a:ext uri="{FF2B5EF4-FFF2-40B4-BE49-F238E27FC236}">
                <a16:creationId xmlns:a16="http://schemas.microsoft.com/office/drawing/2014/main" id="{02F1310A-C575-9B46-5A60-04330B26C245}"/>
              </a:ext>
            </a:extLst>
          </p:cNvPr>
          <p:cNvSpPr txBox="1"/>
          <p:nvPr/>
        </p:nvSpPr>
        <p:spPr>
          <a:xfrm>
            <a:off x="9861945" y="6443850"/>
            <a:ext cx="469847" cy="276999"/>
          </a:xfrm>
          <a:prstGeom prst="rect">
            <a:avLst/>
          </a:prstGeom>
          <a:noFill/>
        </p:spPr>
        <p:txBody>
          <a:bodyPr wrap="square" rtlCol="0">
            <a:spAutoFit/>
          </a:bodyPr>
          <a:lstStyle/>
          <a:p>
            <a:r>
              <a:rPr lang="en-GB" sz="1200"/>
              <a:t>End</a:t>
            </a:r>
          </a:p>
        </p:txBody>
      </p:sp>
      <p:pic>
        <p:nvPicPr>
          <p:cNvPr id="56" name="Picture 12">
            <a:extLst>
              <a:ext uri="{FF2B5EF4-FFF2-40B4-BE49-F238E27FC236}">
                <a16:creationId xmlns:a16="http://schemas.microsoft.com/office/drawing/2014/main" id="{F50DB213-5E15-5AC2-CA1A-56970D05D1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5559" y="1322693"/>
            <a:ext cx="934804" cy="446475"/>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14">
            <a:extLst>
              <a:ext uri="{FF2B5EF4-FFF2-40B4-BE49-F238E27FC236}">
                <a16:creationId xmlns:a16="http://schemas.microsoft.com/office/drawing/2014/main" id="{BC547690-5540-C570-D1BC-CEFD43BBEC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87299" y="4539391"/>
            <a:ext cx="1260183" cy="963671"/>
          </a:xfrm>
          <a:prstGeom prst="rect">
            <a:avLst/>
          </a:prstGeom>
          <a:noFill/>
          <a:extLst>
            <a:ext uri="{909E8E84-426E-40DD-AFC4-6F175D3DCCD1}">
              <a14:hiddenFill xmlns:a14="http://schemas.microsoft.com/office/drawing/2010/main">
                <a:solidFill>
                  <a:srgbClr val="FFFFFF"/>
                </a:solidFill>
              </a14:hiddenFill>
            </a:ext>
          </a:extLst>
        </p:spPr>
      </p:pic>
      <p:sp>
        <p:nvSpPr>
          <p:cNvPr id="58" name="TextBox 57">
            <a:extLst>
              <a:ext uri="{FF2B5EF4-FFF2-40B4-BE49-F238E27FC236}">
                <a16:creationId xmlns:a16="http://schemas.microsoft.com/office/drawing/2014/main" id="{6E1DE4B6-CBA2-2C55-8AB0-AE992E691D65}"/>
              </a:ext>
            </a:extLst>
          </p:cNvPr>
          <p:cNvSpPr txBox="1"/>
          <p:nvPr/>
        </p:nvSpPr>
        <p:spPr>
          <a:xfrm>
            <a:off x="3721341" y="1361265"/>
            <a:ext cx="663240" cy="276999"/>
          </a:xfrm>
          <a:prstGeom prst="rect">
            <a:avLst/>
          </a:prstGeom>
          <a:noFill/>
        </p:spPr>
        <p:txBody>
          <a:bodyPr wrap="square" rtlCol="0">
            <a:spAutoFit/>
          </a:bodyPr>
          <a:lstStyle/>
          <a:p>
            <a:r>
              <a:rPr lang="en-GB" sz="1200"/>
              <a:t>start</a:t>
            </a:r>
          </a:p>
        </p:txBody>
      </p:sp>
      <p:pic>
        <p:nvPicPr>
          <p:cNvPr id="59" name="Picture 13">
            <a:extLst>
              <a:ext uri="{FF2B5EF4-FFF2-40B4-BE49-F238E27FC236}">
                <a16:creationId xmlns:a16="http://schemas.microsoft.com/office/drawing/2014/main" id="{BDE6F227-F94A-060B-CB47-357265F17B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7184" y="3140879"/>
            <a:ext cx="1303246" cy="556265"/>
          </a:xfrm>
          <a:prstGeom prst="rect">
            <a:avLst/>
          </a:prstGeom>
          <a:noFill/>
          <a:extLst>
            <a:ext uri="{909E8E84-426E-40DD-AFC4-6F175D3DCCD1}">
              <a14:hiddenFill xmlns:a14="http://schemas.microsoft.com/office/drawing/2010/main">
                <a:solidFill>
                  <a:srgbClr val="FFFFFF"/>
                </a:solidFill>
              </a14:hiddenFill>
            </a:ext>
          </a:extLst>
        </p:spPr>
      </p:pic>
      <p:sp>
        <p:nvSpPr>
          <p:cNvPr id="60" name="TextBox 59">
            <a:extLst>
              <a:ext uri="{FF2B5EF4-FFF2-40B4-BE49-F238E27FC236}">
                <a16:creationId xmlns:a16="http://schemas.microsoft.com/office/drawing/2014/main" id="{8B5FA935-5D82-B2BE-BECC-7AC4611FBF41}"/>
              </a:ext>
            </a:extLst>
          </p:cNvPr>
          <p:cNvSpPr txBox="1"/>
          <p:nvPr/>
        </p:nvSpPr>
        <p:spPr>
          <a:xfrm>
            <a:off x="3654651" y="3088662"/>
            <a:ext cx="990412" cy="646331"/>
          </a:xfrm>
          <a:prstGeom prst="rect">
            <a:avLst/>
          </a:prstGeom>
          <a:noFill/>
        </p:spPr>
        <p:txBody>
          <a:bodyPr wrap="square" rtlCol="0">
            <a:spAutoFit/>
          </a:bodyPr>
          <a:lstStyle/>
          <a:p>
            <a:r>
              <a:rPr lang="en-GB" sz="1200"/>
              <a:t>Click on chosen answer</a:t>
            </a:r>
          </a:p>
        </p:txBody>
      </p:sp>
      <p:sp>
        <p:nvSpPr>
          <p:cNvPr id="61" name="TextBox 60">
            <a:extLst>
              <a:ext uri="{FF2B5EF4-FFF2-40B4-BE49-F238E27FC236}">
                <a16:creationId xmlns:a16="http://schemas.microsoft.com/office/drawing/2014/main" id="{FA2121F0-D8D8-7ED2-5EAE-F56DC9B5AEEC}"/>
              </a:ext>
            </a:extLst>
          </p:cNvPr>
          <p:cNvSpPr txBox="1"/>
          <p:nvPr/>
        </p:nvSpPr>
        <p:spPr>
          <a:xfrm>
            <a:off x="3989298" y="4648109"/>
            <a:ext cx="934801" cy="769441"/>
          </a:xfrm>
          <a:prstGeom prst="rect">
            <a:avLst/>
          </a:prstGeom>
          <a:noFill/>
        </p:spPr>
        <p:txBody>
          <a:bodyPr wrap="square" rtlCol="0">
            <a:spAutoFit/>
          </a:bodyPr>
          <a:lstStyle/>
          <a:p>
            <a:r>
              <a:rPr lang="en-GB" sz="1100"/>
              <a:t>Chosen answer and guess are equal</a:t>
            </a:r>
          </a:p>
        </p:txBody>
      </p:sp>
      <p:pic>
        <p:nvPicPr>
          <p:cNvPr id="62" name="Picture 15">
            <a:extLst>
              <a:ext uri="{FF2B5EF4-FFF2-40B4-BE49-F238E27FC236}">
                <a16:creationId xmlns:a16="http://schemas.microsoft.com/office/drawing/2014/main" id="{AC186E64-69D6-894D-717E-BDBD5304B4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2591" y="4523167"/>
            <a:ext cx="1399358" cy="830996"/>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927F4FBB-C760-54F3-33F4-B8BE3FC2CAC9}"/>
              </a:ext>
            </a:extLst>
          </p:cNvPr>
          <p:cNvSpPr txBox="1"/>
          <p:nvPr/>
        </p:nvSpPr>
        <p:spPr>
          <a:xfrm>
            <a:off x="5458316" y="4565923"/>
            <a:ext cx="1399357" cy="738664"/>
          </a:xfrm>
          <a:prstGeom prst="rect">
            <a:avLst/>
          </a:prstGeom>
          <a:noFill/>
        </p:spPr>
        <p:txBody>
          <a:bodyPr wrap="square" rtlCol="0">
            <a:spAutoFit/>
          </a:bodyPr>
          <a:lstStyle/>
          <a:p>
            <a:r>
              <a:rPr lang="en-GB" sz="1050"/>
              <a:t>New guess generated, correct answer count incremented </a:t>
            </a:r>
          </a:p>
        </p:txBody>
      </p:sp>
      <p:pic>
        <p:nvPicPr>
          <p:cNvPr id="3072" name="Picture 14">
            <a:extLst>
              <a:ext uri="{FF2B5EF4-FFF2-40B4-BE49-F238E27FC236}">
                <a16:creationId xmlns:a16="http://schemas.microsoft.com/office/drawing/2014/main" id="{D2DE7CFE-ACFB-6E3C-864B-FE2B6E5D47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95418" y="4584804"/>
            <a:ext cx="1399357" cy="714849"/>
          </a:xfrm>
          <a:prstGeom prst="rect">
            <a:avLst/>
          </a:prstGeom>
          <a:noFill/>
          <a:extLst>
            <a:ext uri="{909E8E84-426E-40DD-AFC4-6F175D3DCCD1}">
              <a14:hiddenFill xmlns:a14="http://schemas.microsoft.com/office/drawing/2010/main">
                <a:solidFill>
                  <a:srgbClr val="FFFFFF"/>
                </a:solidFill>
              </a14:hiddenFill>
            </a:ext>
          </a:extLst>
        </p:spPr>
      </p:pic>
      <p:sp>
        <p:nvSpPr>
          <p:cNvPr id="3073" name="TextBox 3072">
            <a:extLst>
              <a:ext uri="{FF2B5EF4-FFF2-40B4-BE49-F238E27FC236}">
                <a16:creationId xmlns:a16="http://schemas.microsoft.com/office/drawing/2014/main" id="{5A0DD4EA-0D0E-DFAF-0254-6C60651BD9A8}"/>
              </a:ext>
            </a:extLst>
          </p:cNvPr>
          <p:cNvSpPr txBox="1"/>
          <p:nvPr/>
        </p:nvSpPr>
        <p:spPr>
          <a:xfrm>
            <a:off x="7270356" y="4784030"/>
            <a:ext cx="1399357" cy="276999"/>
          </a:xfrm>
          <a:prstGeom prst="rect">
            <a:avLst/>
          </a:prstGeom>
          <a:noFill/>
        </p:spPr>
        <p:txBody>
          <a:bodyPr wrap="square" rtlCol="0">
            <a:spAutoFit/>
          </a:bodyPr>
          <a:lstStyle/>
          <a:p>
            <a:r>
              <a:rPr lang="en-GB" sz="1200"/>
              <a:t>timer = 0</a:t>
            </a:r>
          </a:p>
        </p:txBody>
      </p:sp>
      <p:pic>
        <p:nvPicPr>
          <p:cNvPr id="3074" name="Picture 12">
            <a:extLst>
              <a:ext uri="{FF2B5EF4-FFF2-40B4-BE49-F238E27FC236}">
                <a16:creationId xmlns:a16="http://schemas.microsoft.com/office/drawing/2014/main" id="{A27950E1-C26B-499B-E527-CD195EF45A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6158" y="6302892"/>
            <a:ext cx="934804" cy="446475"/>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15">
            <a:extLst>
              <a:ext uri="{FF2B5EF4-FFF2-40B4-BE49-F238E27FC236}">
                <a16:creationId xmlns:a16="http://schemas.microsoft.com/office/drawing/2014/main" id="{71C636C9-26E2-8EE5-0D80-ECB693067F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4334" y="5574416"/>
            <a:ext cx="772455" cy="479273"/>
          </a:xfrm>
          <a:prstGeom prst="rect">
            <a:avLst/>
          </a:prstGeom>
          <a:noFill/>
          <a:extLst>
            <a:ext uri="{909E8E84-426E-40DD-AFC4-6F175D3DCCD1}">
              <a14:hiddenFill xmlns:a14="http://schemas.microsoft.com/office/drawing/2010/main">
                <a:solidFill>
                  <a:srgbClr val="FFFFFF"/>
                </a:solidFill>
              </a14:hiddenFill>
            </a:ext>
          </a:extLst>
        </p:spPr>
      </p:pic>
      <p:sp>
        <p:nvSpPr>
          <p:cNvPr id="3076" name="TextBox 3075">
            <a:extLst>
              <a:ext uri="{FF2B5EF4-FFF2-40B4-BE49-F238E27FC236}">
                <a16:creationId xmlns:a16="http://schemas.microsoft.com/office/drawing/2014/main" id="{DEDC7F34-1FF4-2A09-B8B5-1049C8201EFE}"/>
              </a:ext>
            </a:extLst>
          </p:cNvPr>
          <p:cNvSpPr txBox="1"/>
          <p:nvPr/>
        </p:nvSpPr>
        <p:spPr>
          <a:xfrm>
            <a:off x="7534817" y="6363348"/>
            <a:ext cx="663240" cy="276999"/>
          </a:xfrm>
          <a:prstGeom prst="rect">
            <a:avLst/>
          </a:prstGeom>
          <a:noFill/>
        </p:spPr>
        <p:txBody>
          <a:bodyPr wrap="square" rtlCol="0">
            <a:spAutoFit/>
          </a:bodyPr>
          <a:lstStyle/>
          <a:p>
            <a:r>
              <a:rPr lang="en-GB" sz="1200"/>
              <a:t>end</a:t>
            </a:r>
          </a:p>
        </p:txBody>
      </p:sp>
      <p:sp>
        <p:nvSpPr>
          <p:cNvPr id="3077" name="TextBox 3076">
            <a:extLst>
              <a:ext uri="{FF2B5EF4-FFF2-40B4-BE49-F238E27FC236}">
                <a16:creationId xmlns:a16="http://schemas.microsoft.com/office/drawing/2014/main" id="{63EC6889-5AE8-4558-28EF-8ADD073B17C2}"/>
              </a:ext>
            </a:extLst>
          </p:cNvPr>
          <p:cNvSpPr txBox="1"/>
          <p:nvPr/>
        </p:nvSpPr>
        <p:spPr>
          <a:xfrm>
            <a:off x="7506158" y="5540720"/>
            <a:ext cx="663240" cy="461665"/>
          </a:xfrm>
          <a:prstGeom prst="rect">
            <a:avLst/>
          </a:prstGeom>
          <a:noFill/>
        </p:spPr>
        <p:txBody>
          <a:bodyPr wrap="square" rtlCol="0">
            <a:spAutoFit/>
          </a:bodyPr>
          <a:lstStyle/>
          <a:p>
            <a:r>
              <a:rPr lang="en-GB" sz="1200"/>
              <a:t>Give points</a:t>
            </a:r>
          </a:p>
        </p:txBody>
      </p:sp>
      <p:cxnSp>
        <p:nvCxnSpPr>
          <p:cNvPr id="3078" name="Straight Arrow Connector 3077">
            <a:extLst>
              <a:ext uri="{FF2B5EF4-FFF2-40B4-BE49-F238E27FC236}">
                <a16:creationId xmlns:a16="http://schemas.microsoft.com/office/drawing/2014/main" id="{1CCD7BDE-9045-2CEB-3D4E-6666FA8E6D5F}"/>
              </a:ext>
            </a:extLst>
          </p:cNvPr>
          <p:cNvCxnSpPr>
            <a:cxnSpLocks/>
            <a:stCxn id="56" idx="2"/>
          </p:cNvCxnSpPr>
          <p:nvPr/>
        </p:nvCxnSpPr>
        <p:spPr>
          <a:xfrm flipH="1">
            <a:off x="3997352" y="1769168"/>
            <a:ext cx="55609" cy="20847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79" name="Straight Arrow Connector 3078">
            <a:extLst>
              <a:ext uri="{FF2B5EF4-FFF2-40B4-BE49-F238E27FC236}">
                <a16:creationId xmlns:a16="http://schemas.microsoft.com/office/drawing/2014/main" id="{6092DD15-6CB1-6F64-582C-AF899A1E8A18}"/>
              </a:ext>
            </a:extLst>
          </p:cNvPr>
          <p:cNvCxnSpPr>
            <a:cxnSpLocks/>
          </p:cNvCxnSpPr>
          <p:nvPr/>
        </p:nvCxnSpPr>
        <p:spPr>
          <a:xfrm>
            <a:off x="4138807" y="2608594"/>
            <a:ext cx="39172" cy="52520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80" name="Straight Arrow Connector 3079">
            <a:extLst>
              <a:ext uri="{FF2B5EF4-FFF2-40B4-BE49-F238E27FC236}">
                <a16:creationId xmlns:a16="http://schemas.microsoft.com/office/drawing/2014/main" id="{9CE314DF-0D82-CC54-0BED-08E9360719AD}"/>
              </a:ext>
            </a:extLst>
          </p:cNvPr>
          <p:cNvCxnSpPr>
            <a:cxnSpLocks/>
            <a:stCxn id="60" idx="2"/>
          </p:cNvCxnSpPr>
          <p:nvPr/>
        </p:nvCxnSpPr>
        <p:spPr>
          <a:xfrm>
            <a:off x="4149857" y="3734993"/>
            <a:ext cx="29275" cy="22911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81" name="Straight Arrow Connector 3080">
            <a:extLst>
              <a:ext uri="{FF2B5EF4-FFF2-40B4-BE49-F238E27FC236}">
                <a16:creationId xmlns:a16="http://schemas.microsoft.com/office/drawing/2014/main" id="{B6B9DD8F-9D1A-49E4-6C7D-EF496D1ED81F}"/>
              </a:ext>
            </a:extLst>
          </p:cNvPr>
          <p:cNvCxnSpPr>
            <a:cxnSpLocks/>
            <a:endCxn id="60" idx="1"/>
          </p:cNvCxnSpPr>
          <p:nvPr/>
        </p:nvCxnSpPr>
        <p:spPr>
          <a:xfrm flipV="1">
            <a:off x="2637195" y="3411828"/>
            <a:ext cx="1017456" cy="120267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82" name="Straight Arrow Connector 3081">
            <a:extLst>
              <a:ext uri="{FF2B5EF4-FFF2-40B4-BE49-F238E27FC236}">
                <a16:creationId xmlns:a16="http://schemas.microsoft.com/office/drawing/2014/main" id="{0FFFA891-54DD-9AA6-15FE-7A52C9FF9220}"/>
              </a:ext>
            </a:extLst>
          </p:cNvPr>
          <p:cNvCxnSpPr>
            <a:cxnSpLocks/>
            <a:stCxn id="57" idx="1"/>
          </p:cNvCxnSpPr>
          <p:nvPr/>
        </p:nvCxnSpPr>
        <p:spPr>
          <a:xfrm flipH="1" flipV="1">
            <a:off x="3182641" y="4983947"/>
            <a:ext cx="504658" cy="3728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83" name="Straight Arrow Connector 3082">
            <a:extLst>
              <a:ext uri="{FF2B5EF4-FFF2-40B4-BE49-F238E27FC236}">
                <a16:creationId xmlns:a16="http://schemas.microsoft.com/office/drawing/2014/main" id="{5C9F3CAA-01DE-AAAC-93A9-EB945AB51AB0}"/>
              </a:ext>
            </a:extLst>
          </p:cNvPr>
          <p:cNvCxnSpPr>
            <a:cxnSpLocks/>
          </p:cNvCxnSpPr>
          <p:nvPr/>
        </p:nvCxnSpPr>
        <p:spPr>
          <a:xfrm>
            <a:off x="4291649" y="4418996"/>
            <a:ext cx="0" cy="22475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88" name="Straight Arrow Connector 3087">
            <a:extLst>
              <a:ext uri="{FF2B5EF4-FFF2-40B4-BE49-F238E27FC236}">
                <a16:creationId xmlns:a16="http://schemas.microsoft.com/office/drawing/2014/main" id="{9B7B833F-6554-2F23-E2D7-C5A5BE06678B}"/>
              </a:ext>
            </a:extLst>
          </p:cNvPr>
          <p:cNvCxnSpPr>
            <a:cxnSpLocks/>
            <a:stCxn id="57" idx="3"/>
          </p:cNvCxnSpPr>
          <p:nvPr/>
        </p:nvCxnSpPr>
        <p:spPr>
          <a:xfrm flipV="1">
            <a:off x="4947482" y="4983947"/>
            <a:ext cx="367350" cy="3728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89" name="Straight Arrow Connector 3088">
            <a:extLst>
              <a:ext uri="{FF2B5EF4-FFF2-40B4-BE49-F238E27FC236}">
                <a16:creationId xmlns:a16="http://schemas.microsoft.com/office/drawing/2014/main" id="{C299898F-7BAC-FF93-9E37-BA6471238884}"/>
              </a:ext>
            </a:extLst>
          </p:cNvPr>
          <p:cNvCxnSpPr>
            <a:cxnSpLocks/>
            <a:stCxn id="62" idx="3"/>
            <a:endCxn id="3072" idx="1"/>
          </p:cNvCxnSpPr>
          <p:nvPr/>
        </p:nvCxnSpPr>
        <p:spPr>
          <a:xfrm>
            <a:off x="6841949" y="4938665"/>
            <a:ext cx="353469" cy="35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90" name="Straight Arrow Connector 3089">
            <a:extLst>
              <a:ext uri="{FF2B5EF4-FFF2-40B4-BE49-F238E27FC236}">
                <a16:creationId xmlns:a16="http://schemas.microsoft.com/office/drawing/2014/main" id="{6489478A-E061-5C22-EA80-53200DEF672A}"/>
              </a:ext>
            </a:extLst>
          </p:cNvPr>
          <p:cNvCxnSpPr>
            <a:cxnSpLocks/>
            <a:stCxn id="3072" idx="2"/>
            <a:endCxn id="3077" idx="0"/>
          </p:cNvCxnSpPr>
          <p:nvPr/>
        </p:nvCxnSpPr>
        <p:spPr>
          <a:xfrm flipH="1">
            <a:off x="7837778" y="5299653"/>
            <a:ext cx="57319" cy="24106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91" name="Straight Arrow Connector 3090">
            <a:extLst>
              <a:ext uri="{FF2B5EF4-FFF2-40B4-BE49-F238E27FC236}">
                <a16:creationId xmlns:a16="http://schemas.microsoft.com/office/drawing/2014/main" id="{74A30638-0F19-7B4F-F04F-00890335D7FF}"/>
              </a:ext>
            </a:extLst>
          </p:cNvPr>
          <p:cNvCxnSpPr>
            <a:cxnSpLocks/>
            <a:stCxn id="3077" idx="2"/>
            <a:endCxn id="3076" idx="0"/>
          </p:cNvCxnSpPr>
          <p:nvPr/>
        </p:nvCxnSpPr>
        <p:spPr>
          <a:xfrm>
            <a:off x="7837778" y="6019994"/>
            <a:ext cx="28659" cy="3433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092" name="TextBox 3091">
            <a:extLst>
              <a:ext uri="{FF2B5EF4-FFF2-40B4-BE49-F238E27FC236}">
                <a16:creationId xmlns:a16="http://schemas.microsoft.com/office/drawing/2014/main" id="{07017229-EEE7-EF50-AE90-F119BAC0CE23}"/>
              </a:ext>
            </a:extLst>
          </p:cNvPr>
          <p:cNvSpPr txBox="1"/>
          <p:nvPr/>
        </p:nvSpPr>
        <p:spPr>
          <a:xfrm>
            <a:off x="7994879" y="5277619"/>
            <a:ext cx="463675" cy="276999"/>
          </a:xfrm>
          <a:prstGeom prst="rect">
            <a:avLst/>
          </a:prstGeom>
          <a:noFill/>
        </p:spPr>
        <p:txBody>
          <a:bodyPr wrap="square" rtlCol="0">
            <a:spAutoFit/>
          </a:bodyPr>
          <a:lstStyle/>
          <a:p>
            <a:r>
              <a:rPr lang="en-GB" sz="1200"/>
              <a:t>yes</a:t>
            </a:r>
          </a:p>
        </p:txBody>
      </p:sp>
      <p:sp>
        <p:nvSpPr>
          <p:cNvPr id="3093" name="TextBox 3092">
            <a:extLst>
              <a:ext uri="{FF2B5EF4-FFF2-40B4-BE49-F238E27FC236}">
                <a16:creationId xmlns:a16="http://schemas.microsoft.com/office/drawing/2014/main" id="{329B1DAE-D53E-F764-4E6A-4052156B314C}"/>
              </a:ext>
            </a:extLst>
          </p:cNvPr>
          <p:cNvSpPr txBox="1"/>
          <p:nvPr/>
        </p:nvSpPr>
        <p:spPr>
          <a:xfrm>
            <a:off x="5070694" y="4781559"/>
            <a:ext cx="469847" cy="276999"/>
          </a:xfrm>
          <a:prstGeom prst="rect">
            <a:avLst/>
          </a:prstGeom>
          <a:noFill/>
        </p:spPr>
        <p:txBody>
          <a:bodyPr wrap="square" rtlCol="0">
            <a:spAutoFit/>
          </a:bodyPr>
          <a:lstStyle/>
          <a:p>
            <a:r>
              <a:rPr lang="en-GB" sz="1200"/>
              <a:t>yes</a:t>
            </a:r>
          </a:p>
        </p:txBody>
      </p:sp>
      <p:sp>
        <p:nvSpPr>
          <p:cNvPr id="3094" name="TextBox 3093">
            <a:extLst>
              <a:ext uri="{FF2B5EF4-FFF2-40B4-BE49-F238E27FC236}">
                <a16:creationId xmlns:a16="http://schemas.microsoft.com/office/drawing/2014/main" id="{2BBEA4A7-09F0-6571-8A15-56174F2F7C44}"/>
              </a:ext>
            </a:extLst>
          </p:cNvPr>
          <p:cNvSpPr txBox="1"/>
          <p:nvPr/>
        </p:nvSpPr>
        <p:spPr>
          <a:xfrm>
            <a:off x="3391250" y="4781560"/>
            <a:ext cx="469847" cy="276999"/>
          </a:xfrm>
          <a:prstGeom prst="rect">
            <a:avLst/>
          </a:prstGeom>
          <a:noFill/>
        </p:spPr>
        <p:txBody>
          <a:bodyPr wrap="square" rtlCol="0">
            <a:spAutoFit/>
          </a:bodyPr>
          <a:lstStyle/>
          <a:p>
            <a:r>
              <a:rPr lang="en-GB" sz="1200"/>
              <a:t>no</a:t>
            </a:r>
          </a:p>
        </p:txBody>
      </p:sp>
      <p:sp>
        <p:nvSpPr>
          <p:cNvPr id="3095" name="TextBox 3094">
            <a:extLst>
              <a:ext uri="{FF2B5EF4-FFF2-40B4-BE49-F238E27FC236}">
                <a16:creationId xmlns:a16="http://schemas.microsoft.com/office/drawing/2014/main" id="{8DE92DD5-1950-70D8-2DB0-D55DEFA74448}"/>
              </a:ext>
            </a:extLst>
          </p:cNvPr>
          <p:cNvSpPr txBox="1"/>
          <p:nvPr/>
        </p:nvSpPr>
        <p:spPr>
          <a:xfrm>
            <a:off x="7837041" y="4268349"/>
            <a:ext cx="469847" cy="276999"/>
          </a:xfrm>
          <a:prstGeom prst="rect">
            <a:avLst/>
          </a:prstGeom>
          <a:noFill/>
        </p:spPr>
        <p:txBody>
          <a:bodyPr wrap="square" rtlCol="0">
            <a:spAutoFit/>
          </a:bodyPr>
          <a:lstStyle/>
          <a:p>
            <a:r>
              <a:rPr lang="en-GB" sz="1200"/>
              <a:t>no</a:t>
            </a:r>
          </a:p>
        </p:txBody>
      </p:sp>
      <p:sp>
        <p:nvSpPr>
          <p:cNvPr id="3096" name="TextBox 3095">
            <a:extLst>
              <a:ext uri="{FF2B5EF4-FFF2-40B4-BE49-F238E27FC236}">
                <a16:creationId xmlns:a16="http://schemas.microsoft.com/office/drawing/2014/main" id="{95F5F363-FC0E-090F-B6E4-337A0A5DCFE6}"/>
              </a:ext>
            </a:extLst>
          </p:cNvPr>
          <p:cNvSpPr txBox="1"/>
          <p:nvPr/>
        </p:nvSpPr>
        <p:spPr>
          <a:xfrm>
            <a:off x="3624127" y="931985"/>
            <a:ext cx="829861" cy="276999"/>
          </a:xfrm>
          <a:prstGeom prst="rect">
            <a:avLst/>
          </a:prstGeom>
          <a:noFill/>
        </p:spPr>
        <p:txBody>
          <a:bodyPr wrap="square" rtlCol="0">
            <a:spAutoFit/>
          </a:bodyPr>
          <a:lstStyle/>
          <a:p>
            <a:r>
              <a:rPr lang="en-GB" sz="1200"/>
              <a:t>speed</a:t>
            </a:r>
          </a:p>
        </p:txBody>
      </p:sp>
      <p:pic>
        <p:nvPicPr>
          <p:cNvPr id="3097" name="Picture 15">
            <a:extLst>
              <a:ext uri="{FF2B5EF4-FFF2-40B4-BE49-F238E27FC236}">
                <a16:creationId xmlns:a16="http://schemas.microsoft.com/office/drawing/2014/main" id="{1E624C87-E425-A35E-38C3-97434C7230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0545" y="1939458"/>
            <a:ext cx="1359491" cy="624001"/>
          </a:xfrm>
          <a:prstGeom prst="rect">
            <a:avLst/>
          </a:prstGeom>
          <a:noFill/>
          <a:extLst>
            <a:ext uri="{909E8E84-426E-40DD-AFC4-6F175D3DCCD1}">
              <a14:hiddenFill xmlns:a14="http://schemas.microsoft.com/office/drawing/2010/main">
                <a:solidFill>
                  <a:srgbClr val="FFFFFF"/>
                </a:solidFill>
              </a14:hiddenFill>
            </a:ext>
          </a:extLst>
        </p:spPr>
      </p:pic>
      <p:sp>
        <p:nvSpPr>
          <p:cNvPr id="3098" name="TextBox 3097">
            <a:extLst>
              <a:ext uri="{FF2B5EF4-FFF2-40B4-BE49-F238E27FC236}">
                <a16:creationId xmlns:a16="http://schemas.microsoft.com/office/drawing/2014/main" id="{45BD45BA-58CB-F2E6-FA8B-E83A3F3EDC95}"/>
              </a:ext>
            </a:extLst>
          </p:cNvPr>
          <p:cNvSpPr txBox="1"/>
          <p:nvPr/>
        </p:nvSpPr>
        <p:spPr>
          <a:xfrm>
            <a:off x="3430939" y="1917128"/>
            <a:ext cx="1359491" cy="646331"/>
          </a:xfrm>
          <a:prstGeom prst="rect">
            <a:avLst/>
          </a:prstGeom>
          <a:noFill/>
        </p:spPr>
        <p:txBody>
          <a:bodyPr wrap="square" rtlCol="0">
            <a:spAutoFit/>
          </a:bodyPr>
          <a:lstStyle/>
          <a:p>
            <a:r>
              <a:rPr lang="en-GB" sz="1200"/>
              <a:t>Generate answers and the guess</a:t>
            </a:r>
          </a:p>
        </p:txBody>
      </p:sp>
      <p:pic>
        <p:nvPicPr>
          <p:cNvPr id="3099" name="Picture 15">
            <a:extLst>
              <a:ext uri="{FF2B5EF4-FFF2-40B4-BE49-F238E27FC236}">
                <a16:creationId xmlns:a16="http://schemas.microsoft.com/office/drawing/2014/main" id="{96306E12-91BD-F8F8-A002-3A9E34E693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7846" y="3997292"/>
            <a:ext cx="1273470" cy="446474"/>
          </a:xfrm>
          <a:prstGeom prst="rect">
            <a:avLst/>
          </a:prstGeom>
          <a:noFill/>
          <a:extLst>
            <a:ext uri="{909E8E84-426E-40DD-AFC4-6F175D3DCCD1}">
              <a14:hiddenFill xmlns:a14="http://schemas.microsoft.com/office/drawing/2010/main">
                <a:solidFill>
                  <a:srgbClr val="FFFFFF"/>
                </a:solidFill>
              </a14:hiddenFill>
            </a:ext>
          </a:extLst>
        </p:spPr>
      </p:pic>
      <p:sp>
        <p:nvSpPr>
          <p:cNvPr id="3100" name="TextBox 3099">
            <a:extLst>
              <a:ext uri="{FF2B5EF4-FFF2-40B4-BE49-F238E27FC236}">
                <a16:creationId xmlns:a16="http://schemas.microsoft.com/office/drawing/2014/main" id="{30E00807-0407-305A-6004-E8F82A283AE3}"/>
              </a:ext>
            </a:extLst>
          </p:cNvPr>
          <p:cNvSpPr txBox="1"/>
          <p:nvPr/>
        </p:nvSpPr>
        <p:spPr>
          <a:xfrm>
            <a:off x="3747846" y="3997292"/>
            <a:ext cx="1359491" cy="461665"/>
          </a:xfrm>
          <a:prstGeom prst="rect">
            <a:avLst/>
          </a:prstGeom>
          <a:noFill/>
        </p:spPr>
        <p:txBody>
          <a:bodyPr wrap="square" rtlCol="0">
            <a:spAutoFit/>
          </a:bodyPr>
          <a:lstStyle/>
          <a:p>
            <a:r>
              <a:rPr lang="en-GB" sz="1200"/>
              <a:t>Start countdown from 60</a:t>
            </a:r>
          </a:p>
        </p:txBody>
      </p:sp>
      <p:cxnSp>
        <p:nvCxnSpPr>
          <p:cNvPr id="3101" name="Straight Arrow Connector 3100">
            <a:extLst>
              <a:ext uri="{FF2B5EF4-FFF2-40B4-BE49-F238E27FC236}">
                <a16:creationId xmlns:a16="http://schemas.microsoft.com/office/drawing/2014/main" id="{F3DD1FE5-40F5-4B3D-C64E-DDC3B061E7B8}"/>
              </a:ext>
            </a:extLst>
          </p:cNvPr>
          <p:cNvCxnSpPr>
            <a:cxnSpLocks/>
            <a:stCxn id="3072" idx="0"/>
            <a:endCxn id="3098" idx="3"/>
          </p:cNvCxnSpPr>
          <p:nvPr/>
        </p:nvCxnSpPr>
        <p:spPr>
          <a:xfrm flipH="1" flipV="1">
            <a:off x="4790430" y="2240294"/>
            <a:ext cx="3104667" cy="234451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3102" name="Picture 13">
            <a:extLst>
              <a:ext uri="{FF2B5EF4-FFF2-40B4-BE49-F238E27FC236}">
                <a16:creationId xmlns:a16="http://schemas.microsoft.com/office/drawing/2014/main" id="{D0A74FAF-52F0-2ADC-119E-A87F2A6881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2189" y="4614503"/>
            <a:ext cx="1303246" cy="556265"/>
          </a:xfrm>
          <a:prstGeom prst="rect">
            <a:avLst/>
          </a:prstGeom>
          <a:noFill/>
          <a:extLst>
            <a:ext uri="{909E8E84-426E-40DD-AFC4-6F175D3DCCD1}">
              <a14:hiddenFill xmlns:a14="http://schemas.microsoft.com/office/drawing/2010/main">
                <a:solidFill>
                  <a:srgbClr val="FFFFFF"/>
                </a:solidFill>
              </a14:hiddenFill>
            </a:ext>
          </a:extLst>
        </p:spPr>
      </p:pic>
      <p:sp>
        <p:nvSpPr>
          <p:cNvPr id="3103" name="TextBox 3102">
            <a:extLst>
              <a:ext uri="{FF2B5EF4-FFF2-40B4-BE49-F238E27FC236}">
                <a16:creationId xmlns:a16="http://schemas.microsoft.com/office/drawing/2014/main" id="{3A37E9B4-3292-EE83-BEF5-85191ED01201}"/>
              </a:ext>
            </a:extLst>
          </p:cNvPr>
          <p:cNvSpPr txBox="1"/>
          <p:nvPr/>
        </p:nvSpPr>
        <p:spPr>
          <a:xfrm>
            <a:off x="2224321" y="4643584"/>
            <a:ext cx="990412" cy="461665"/>
          </a:xfrm>
          <a:prstGeom prst="rect">
            <a:avLst/>
          </a:prstGeom>
          <a:noFill/>
        </p:spPr>
        <p:txBody>
          <a:bodyPr wrap="square" rtlCol="0">
            <a:spAutoFit/>
          </a:bodyPr>
          <a:lstStyle/>
          <a:p>
            <a:r>
              <a:rPr lang="en-GB" sz="1200"/>
              <a:t>Print incorrect</a:t>
            </a:r>
          </a:p>
        </p:txBody>
      </p:sp>
      <p:pic>
        <p:nvPicPr>
          <p:cNvPr id="3104" name="Picture 12">
            <a:extLst>
              <a:ext uri="{FF2B5EF4-FFF2-40B4-BE49-F238E27FC236}">
                <a16:creationId xmlns:a16="http://schemas.microsoft.com/office/drawing/2014/main" id="{9224C4C0-996B-3D10-C315-2C6BFD1BA7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923" y="777607"/>
            <a:ext cx="934804" cy="446475"/>
          </a:xfrm>
          <a:prstGeom prst="rect">
            <a:avLst/>
          </a:prstGeom>
          <a:noFill/>
          <a:extLst>
            <a:ext uri="{909E8E84-426E-40DD-AFC4-6F175D3DCCD1}">
              <a14:hiddenFill xmlns:a14="http://schemas.microsoft.com/office/drawing/2010/main">
                <a:solidFill>
                  <a:srgbClr val="FFFFFF"/>
                </a:solidFill>
              </a14:hiddenFill>
            </a:ext>
          </a:extLst>
        </p:spPr>
      </p:pic>
      <p:sp>
        <p:nvSpPr>
          <p:cNvPr id="3113" name="TextBox 3112">
            <a:extLst>
              <a:ext uri="{FF2B5EF4-FFF2-40B4-BE49-F238E27FC236}">
                <a16:creationId xmlns:a16="http://schemas.microsoft.com/office/drawing/2014/main" id="{15127E6C-128B-0F5B-19CC-7A15A900E66C}"/>
              </a:ext>
            </a:extLst>
          </p:cNvPr>
          <p:cNvSpPr txBox="1"/>
          <p:nvPr/>
        </p:nvSpPr>
        <p:spPr>
          <a:xfrm>
            <a:off x="9712103" y="217485"/>
            <a:ext cx="829861" cy="276999"/>
          </a:xfrm>
          <a:prstGeom prst="rect">
            <a:avLst/>
          </a:prstGeom>
          <a:noFill/>
        </p:spPr>
        <p:txBody>
          <a:bodyPr wrap="square" rtlCol="0">
            <a:spAutoFit/>
          </a:bodyPr>
          <a:lstStyle/>
          <a:p>
            <a:r>
              <a:rPr lang="en-GB" sz="1200"/>
              <a:t>login</a:t>
            </a:r>
          </a:p>
        </p:txBody>
      </p:sp>
      <p:sp>
        <p:nvSpPr>
          <p:cNvPr id="3" name="TextBox 2">
            <a:extLst>
              <a:ext uri="{FF2B5EF4-FFF2-40B4-BE49-F238E27FC236}">
                <a16:creationId xmlns:a16="http://schemas.microsoft.com/office/drawing/2014/main" id="{6562E517-A349-ED9D-BA42-9D59E9EA9D75}"/>
              </a:ext>
            </a:extLst>
          </p:cNvPr>
          <p:cNvSpPr txBox="1"/>
          <p:nvPr/>
        </p:nvSpPr>
        <p:spPr>
          <a:xfrm>
            <a:off x="1370288" y="876704"/>
            <a:ext cx="1000050" cy="261610"/>
          </a:xfrm>
          <a:prstGeom prst="rect">
            <a:avLst/>
          </a:prstGeom>
          <a:noFill/>
        </p:spPr>
        <p:txBody>
          <a:bodyPr wrap="square" rtlCol="0">
            <a:spAutoFit/>
          </a:bodyPr>
          <a:lstStyle/>
          <a:p>
            <a:r>
              <a:rPr lang="en-GB" sz="1100"/>
              <a:t>Start/end</a:t>
            </a:r>
          </a:p>
        </p:txBody>
      </p:sp>
      <p:sp>
        <p:nvSpPr>
          <p:cNvPr id="4" name="TextBox 3">
            <a:extLst>
              <a:ext uri="{FF2B5EF4-FFF2-40B4-BE49-F238E27FC236}">
                <a16:creationId xmlns:a16="http://schemas.microsoft.com/office/drawing/2014/main" id="{26A3397F-6D53-A9E6-271E-324FC3AFB8BC}"/>
              </a:ext>
            </a:extLst>
          </p:cNvPr>
          <p:cNvSpPr txBox="1"/>
          <p:nvPr/>
        </p:nvSpPr>
        <p:spPr>
          <a:xfrm>
            <a:off x="1462164" y="1479758"/>
            <a:ext cx="1000050" cy="261610"/>
          </a:xfrm>
          <a:prstGeom prst="rect">
            <a:avLst/>
          </a:prstGeom>
          <a:noFill/>
        </p:spPr>
        <p:txBody>
          <a:bodyPr wrap="square" rtlCol="0">
            <a:spAutoFit/>
          </a:bodyPr>
          <a:lstStyle/>
          <a:p>
            <a:r>
              <a:rPr lang="en-GB" sz="1100"/>
              <a:t>Input/output</a:t>
            </a:r>
          </a:p>
        </p:txBody>
      </p:sp>
      <p:sp>
        <p:nvSpPr>
          <p:cNvPr id="9" name="TextBox 8">
            <a:extLst>
              <a:ext uri="{FF2B5EF4-FFF2-40B4-BE49-F238E27FC236}">
                <a16:creationId xmlns:a16="http://schemas.microsoft.com/office/drawing/2014/main" id="{41E49174-C38E-1098-1FEC-2826F7C3D3EA}"/>
              </a:ext>
            </a:extLst>
          </p:cNvPr>
          <p:cNvSpPr txBox="1"/>
          <p:nvPr/>
        </p:nvSpPr>
        <p:spPr>
          <a:xfrm>
            <a:off x="1506017" y="2099420"/>
            <a:ext cx="1000050" cy="261610"/>
          </a:xfrm>
          <a:prstGeom prst="rect">
            <a:avLst/>
          </a:prstGeom>
          <a:noFill/>
        </p:spPr>
        <p:txBody>
          <a:bodyPr wrap="square" rtlCol="0">
            <a:spAutoFit/>
          </a:bodyPr>
          <a:lstStyle/>
          <a:p>
            <a:r>
              <a:rPr lang="en-GB" sz="1100"/>
              <a:t>process</a:t>
            </a:r>
          </a:p>
        </p:txBody>
      </p:sp>
      <p:sp>
        <p:nvSpPr>
          <p:cNvPr id="15" name="TextBox 14">
            <a:extLst>
              <a:ext uri="{FF2B5EF4-FFF2-40B4-BE49-F238E27FC236}">
                <a16:creationId xmlns:a16="http://schemas.microsoft.com/office/drawing/2014/main" id="{28E71232-E86E-20FF-5A2B-73CD9F42505C}"/>
              </a:ext>
            </a:extLst>
          </p:cNvPr>
          <p:cNvSpPr txBox="1"/>
          <p:nvPr/>
        </p:nvSpPr>
        <p:spPr>
          <a:xfrm>
            <a:off x="1185297" y="2831562"/>
            <a:ext cx="1000050" cy="261610"/>
          </a:xfrm>
          <a:prstGeom prst="rect">
            <a:avLst/>
          </a:prstGeom>
          <a:noFill/>
        </p:spPr>
        <p:txBody>
          <a:bodyPr wrap="square" rtlCol="0">
            <a:spAutoFit/>
          </a:bodyPr>
          <a:lstStyle/>
          <a:p>
            <a:r>
              <a:rPr lang="en-GB" sz="1100"/>
              <a:t>decision</a:t>
            </a:r>
          </a:p>
        </p:txBody>
      </p:sp>
      <p:sp>
        <p:nvSpPr>
          <p:cNvPr id="18" name="TextBox 17">
            <a:extLst>
              <a:ext uri="{FF2B5EF4-FFF2-40B4-BE49-F238E27FC236}">
                <a16:creationId xmlns:a16="http://schemas.microsoft.com/office/drawing/2014/main" id="{E769572E-9A84-ECD2-43E2-E26BE34C538D}"/>
              </a:ext>
            </a:extLst>
          </p:cNvPr>
          <p:cNvSpPr txBox="1"/>
          <p:nvPr/>
        </p:nvSpPr>
        <p:spPr>
          <a:xfrm>
            <a:off x="201131" y="6302892"/>
            <a:ext cx="3149414" cy="523220"/>
          </a:xfrm>
          <a:prstGeom prst="rect">
            <a:avLst/>
          </a:prstGeom>
          <a:noFill/>
        </p:spPr>
        <p:txBody>
          <a:bodyPr wrap="square" rtlCol="0">
            <a:spAutoFit/>
          </a:bodyPr>
          <a:lstStyle/>
          <a:p>
            <a:r>
              <a:rPr lang="en-GB" sz="1400"/>
              <a:t>Note there are arrows but they may be invisible for some reason</a:t>
            </a:r>
          </a:p>
        </p:txBody>
      </p:sp>
    </p:spTree>
    <p:extLst>
      <p:ext uri="{BB962C8B-B14F-4D97-AF65-F5344CB8AC3E}">
        <p14:creationId xmlns:p14="http://schemas.microsoft.com/office/powerpoint/2010/main" val="1533320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61246-DCD4-1ADD-5C13-F9AC19DFB425}"/>
              </a:ext>
            </a:extLst>
          </p:cNvPr>
          <p:cNvSpPr>
            <a:spLocks noGrp="1"/>
          </p:cNvSpPr>
          <p:nvPr>
            <p:ph type="title"/>
          </p:nvPr>
        </p:nvSpPr>
        <p:spPr>
          <a:xfrm>
            <a:off x="709608" y="172820"/>
            <a:ext cx="10353761" cy="939913"/>
          </a:xfrm>
        </p:spPr>
        <p:txBody>
          <a:bodyPr/>
          <a:lstStyle/>
          <a:p>
            <a:r>
              <a:rPr lang="en-GB"/>
              <a:t>Flow charts pt 2</a:t>
            </a:r>
          </a:p>
        </p:txBody>
      </p:sp>
      <p:pic>
        <p:nvPicPr>
          <p:cNvPr id="5" name="Picture 13">
            <a:extLst>
              <a:ext uri="{FF2B5EF4-FFF2-40B4-BE49-F238E27FC236}">
                <a16:creationId xmlns:a16="http://schemas.microsoft.com/office/drawing/2014/main" id="{BE5C2F91-8B48-7346-5D09-6231365FC7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4851" y="1913460"/>
            <a:ext cx="1046022" cy="44647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5">
            <a:extLst>
              <a:ext uri="{FF2B5EF4-FFF2-40B4-BE49-F238E27FC236}">
                <a16:creationId xmlns:a16="http://schemas.microsoft.com/office/drawing/2014/main" id="{0A52DC9E-4696-FD1A-9C42-B9B2B11C2B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0461" y="2523998"/>
            <a:ext cx="934802" cy="44647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2">
            <a:extLst>
              <a:ext uri="{FF2B5EF4-FFF2-40B4-BE49-F238E27FC236}">
                <a16:creationId xmlns:a16="http://schemas.microsoft.com/office/drawing/2014/main" id="{0900EDBC-F02A-5FD1-CE1E-DD5E301620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6069" y="1258506"/>
            <a:ext cx="934804" cy="4464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4">
            <a:extLst>
              <a:ext uri="{FF2B5EF4-FFF2-40B4-BE49-F238E27FC236}">
                <a16:creationId xmlns:a16="http://schemas.microsoft.com/office/drawing/2014/main" id="{BE24ED8A-22FE-4045-6783-6488C4EF78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9325" y="4552286"/>
            <a:ext cx="1122875" cy="85867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E6CF03C-8C35-9D36-B1A7-0B7B9028E2D7}"/>
              </a:ext>
            </a:extLst>
          </p:cNvPr>
          <p:cNvSpPr txBox="1"/>
          <p:nvPr/>
        </p:nvSpPr>
        <p:spPr>
          <a:xfrm>
            <a:off x="4511851" y="1297078"/>
            <a:ext cx="663240" cy="276999"/>
          </a:xfrm>
          <a:prstGeom prst="rect">
            <a:avLst/>
          </a:prstGeom>
          <a:noFill/>
        </p:spPr>
        <p:txBody>
          <a:bodyPr wrap="square" rtlCol="0">
            <a:spAutoFit/>
          </a:bodyPr>
          <a:lstStyle/>
          <a:p>
            <a:r>
              <a:rPr lang="en-GB" sz="1200"/>
              <a:t>start</a:t>
            </a:r>
          </a:p>
        </p:txBody>
      </p:sp>
      <p:pic>
        <p:nvPicPr>
          <p:cNvPr id="10" name="Picture 13">
            <a:extLst>
              <a:ext uri="{FF2B5EF4-FFF2-40B4-BE49-F238E27FC236}">
                <a16:creationId xmlns:a16="http://schemas.microsoft.com/office/drawing/2014/main" id="{CA0AAB25-A03D-C22C-87FF-2C04F6B619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0461" y="3220632"/>
            <a:ext cx="1046022" cy="44647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5">
            <a:extLst>
              <a:ext uri="{FF2B5EF4-FFF2-40B4-BE49-F238E27FC236}">
                <a16:creationId xmlns:a16="http://schemas.microsoft.com/office/drawing/2014/main" id="{FAA612CE-5255-4CBA-35BF-B1E42F56DB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1329" y="3891864"/>
            <a:ext cx="1579366" cy="529593"/>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4E396E83-CB35-2D8B-42D6-717ED534B823}"/>
              </a:ext>
            </a:extLst>
          </p:cNvPr>
          <p:cNvSpPr txBox="1"/>
          <p:nvPr/>
        </p:nvSpPr>
        <p:spPr>
          <a:xfrm>
            <a:off x="4264851" y="1970661"/>
            <a:ext cx="990412" cy="276999"/>
          </a:xfrm>
          <a:prstGeom prst="rect">
            <a:avLst/>
          </a:prstGeom>
          <a:noFill/>
        </p:spPr>
        <p:txBody>
          <a:bodyPr wrap="square" rtlCol="0">
            <a:spAutoFit/>
          </a:bodyPr>
          <a:lstStyle/>
          <a:p>
            <a:r>
              <a:rPr lang="en-GB" sz="1200"/>
              <a:t>Select box</a:t>
            </a:r>
          </a:p>
        </p:txBody>
      </p:sp>
      <p:sp>
        <p:nvSpPr>
          <p:cNvPr id="15" name="TextBox 14">
            <a:extLst>
              <a:ext uri="{FF2B5EF4-FFF2-40B4-BE49-F238E27FC236}">
                <a16:creationId xmlns:a16="http://schemas.microsoft.com/office/drawing/2014/main" id="{547679C2-ABF4-0239-43BA-0EC9474A794F}"/>
              </a:ext>
            </a:extLst>
          </p:cNvPr>
          <p:cNvSpPr txBox="1"/>
          <p:nvPr/>
        </p:nvSpPr>
        <p:spPr>
          <a:xfrm>
            <a:off x="4234440" y="2490238"/>
            <a:ext cx="1422661" cy="461665"/>
          </a:xfrm>
          <a:prstGeom prst="rect">
            <a:avLst/>
          </a:prstGeom>
          <a:noFill/>
        </p:spPr>
        <p:txBody>
          <a:bodyPr wrap="square" rtlCol="0">
            <a:spAutoFit/>
          </a:bodyPr>
          <a:lstStyle/>
          <a:p>
            <a:r>
              <a:rPr lang="en-GB" sz="1200"/>
              <a:t>Reveal box and save box value</a:t>
            </a:r>
          </a:p>
        </p:txBody>
      </p:sp>
      <p:sp>
        <p:nvSpPr>
          <p:cNvPr id="16" name="TextBox 15">
            <a:extLst>
              <a:ext uri="{FF2B5EF4-FFF2-40B4-BE49-F238E27FC236}">
                <a16:creationId xmlns:a16="http://schemas.microsoft.com/office/drawing/2014/main" id="{6E326961-4610-17E2-D6D5-D1D5E72C4607}"/>
              </a:ext>
            </a:extLst>
          </p:cNvPr>
          <p:cNvSpPr txBox="1"/>
          <p:nvPr/>
        </p:nvSpPr>
        <p:spPr>
          <a:xfrm>
            <a:off x="4348265" y="3220632"/>
            <a:ext cx="990412" cy="461665"/>
          </a:xfrm>
          <a:prstGeom prst="rect">
            <a:avLst/>
          </a:prstGeom>
          <a:noFill/>
        </p:spPr>
        <p:txBody>
          <a:bodyPr wrap="square" rtlCol="0">
            <a:spAutoFit/>
          </a:bodyPr>
          <a:lstStyle/>
          <a:p>
            <a:r>
              <a:rPr lang="en-GB" sz="1200"/>
              <a:t>Select 2nd box</a:t>
            </a:r>
          </a:p>
        </p:txBody>
      </p:sp>
      <p:sp>
        <p:nvSpPr>
          <p:cNvPr id="17" name="TextBox 16">
            <a:extLst>
              <a:ext uri="{FF2B5EF4-FFF2-40B4-BE49-F238E27FC236}">
                <a16:creationId xmlns:a16="http://schemas.microsoft.com/office/drawing/2014/main" id="{8C894599-9C3F-67E4-33BA-48CCCEFAE615}"/>
              </a:ext>
            </a:extLst>
          </p:cNvPr>
          <p:cNvSpPr txBox="1"/>
          <p:nvPr/>
        </p:nvSpPr>
        <p:spPr>
          <a:xfrm>
            <a:off x="4348265" y="3880997"/>
            <a:ext cx="1678199" cy="461665"/>
          </a:xfrm>
          <a:prstGeom prst="rect">
            <a:avLst/>
          </a:prstGeom>
          <a:noFill/>
        </p:spPr>
        <p:txBody>
          <a:bodyPr wrap="square" rtlCol="0">
            <a:spAutoFit/>
          </a:bodyPr>
          <a:lstStyle/>
          <a:p>
            <a:r>
              <a:rPr lang="en-GB" sz="1200"/>
              <a:t>Reveal box and save 2nd box value</a:t>
            </a:r>
          </a:p>
        </p:txBody>
      </p:sp>
      <p:sp>
        <p:nvSpPr>
          <p:cNvPr id="18" name="TextBox 17">
            <a:extLst>
              <a:ext uri="{FF2B5EF4-FFF2-40B4-BE49-F238E27FC236}">
                <a16:creationId xmlns:a16="http://schemas.microsoft.com/office/drawing/2014/main" id="{2A1AC5F3-0100-1E50-5D0B-A0902A16C967}"/>
              </a:ext>
            </a:extLst>
          </p:cNvPr>
          <p:cNvSpPr txBox="1"/>
          <p:nvPr/>
        </p:nvSpPr>
        <p:spPr>
          <a:xfrm>
            <a:off x="4789005" y="4781399"/>
            <a:ext cx="934801" cy="430887"/>
          </a:xfrm>
          <a:prstGeom prst="rect">
            <a:avLst/>
          </a:prstGeom>
          <a:noFill/>
        </p:spPr>
        <p:txBody>
          <a:bodyPr wrap="square" rtlCol="0">
            <a:spAutoFit/>
          </a:bodyPr>
          <a:lstStyle/>
          <a:p>
            <a:r>
              <a:rPr lang="en-GB" sz="1100"/>
              <a:t>Values are equal</a:t>
            </a:r>
          </a:p>
        </p:txBody>
      </p:sp>
      <p:pic>
        <p:nvPicPr>
          <p:cNvPr id="28" name="Picture 15">
            <a:extLst>
              <a:ext uri="{FF2B5EF4-FFF2-40B4-BE49-F238E27FC236}">
                <a16:creationId xmlns:a16="http://schemas.microsoft.com/office/drawing/2014/main" id="{B09B5764-B303-D58D-CA34-D8157B4268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5309" y="4537777"/>
            <a:ext cx="1399358" cy="668352"/>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7B546A35-A057-CB96-956A-E59C747B41D4}"/>
              </a:ext>
            </a:extLst>
          </p:cNvPr>
          <p:cNvSpPr txBox="1"/>
          <p:nvPr/>
        </p:nvSpPr>
        <p:spPr>
          <a:xfrm>
            <a:off x="2688992" y="4550316"/>
            <a:ext cx="1477425" cy="646331"/>
          </a:xfrm>
          <a:prstGeom prst="rect">
            <a:avLst/>
          </a:prstGeom>
          <a:noFill/>
        </p:spPr>
        <p:txBody>
          <a:bodyPr wrap="square" rtlCol="0">
            <a:spAutoFit/>
          </a:bodyPr>
          <a:lstStyle/>
          <a:p>
            <a:r>
              <a:rPr lang="en-GB" sz="1200"/>
              <a:t>1</a:t>
            </a:r>
            <a:r>
              <a:rPr lang="en-GB" sz="1200" baseline="30000"/>
              <a:t>st</a:t>
            </a:r>
            <a:r>
              <a:rPr lang="en-GB" sz="1200"/>
              <a:t> box rehidden</a:t>
            </a:r>
          </a:p>
          <a:p>
            <a:r>
              <a:rPr lang="en-GB" sz="1200"/>
              <a:t>2</a:t>
            </a:r>
            <a:r>
              <a:rPr lang="en-GB" sz="1200" baseline="30000"/>
              <a:t>nd</a:t>
            </a:r>
            <a:r>
              <a:rPr lang="en-GB" sz="1200"/>
              <a:t> value becomes 1</a:t>
            </a:r>
            <a:r>
              <a:rPr lang="en-GB" sz="1200" baseline="30000"/>
              <a:t>st</a:t>
            </a:r>
            <a:r>
              <a:rPr lang="en-GB" sz="1200"/>
              <a:t> value</a:t>
            </a:r>
          </a:p>
        </p:txBody>
      </p:sp>
      <p:pic>
        <p:nvPicPr>
          <p:cNvPr id="30" name="Picture 15">
            <a:extLst>
              <a:ext uri="{FF2B5EF4-FFF2-40B4-BE49-F238E27FC236}">
                <a16:creationId xmlns:a16="http://schemas.microsoft.com/office/drawing/2014/main" id="{9E503D8D-D7A7-14B2-AAE4-64330B0094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3887" y="4467188"/>
            <a:ext cx="1399358" cy="830996"/>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6B1786A5-1C18-C927-53EB-A2928D02AD07}"/>
              </a:ext>
            </a:extLst>
          </p:cNvPr>
          <p:cNvSpPr txBox="1"/>
          <p:nvPr/>
        </p:nvSpPr>
        <p:spPr>
          <a:xfrm>
            <a:off x="6342843" y="4456454"/>
            <a:ext cx="1273471" cy="830997"/>
          </a:xfrm>
          <a:prstGeom prst="rect">
            <a:avLst/>
          </a:prstGeom>
          <a:noFill/>
        </p:spPr>
        <p:txBody>
          <a:bodyPr wrap="square" rtlCol="0">
            <a:spAutoFit/>
          </a:bodyPr>
          <a:lstStyle/>
          <a:p>
            <a:r>
              <a:rPr lang="en-GB" sz="1200"/>
              <a:t>Box boxes permanently revealed, complete = +1</a:t>
            </a:r>
          </a:p>
        </p:txBody>
      </p:sp>
      <p:pic>
        <p:nvPicPr>
          <p:cNvPr id="32" name="Picture 14">
            <a:extLst>
              <a:ext uri="{FF2B5EF4-FFF2-40B4-BE49-F238E27FC236}">
                <a16:creationId xmlns:a16="http://schemas.microsoft.com/office/drawing/2014/main" id="{4E4B9749-E5C7-4F17-499E-B083B83DAD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5928" y="4520617"/>
            <a:ext cx="1399357" cy="714849"/>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B6D29745-2AA8-9683-B46D-00EE8736CCBD}"/>
              </a:ext>
            </a:extLst>
          </p:cNvPr>
          <p:cNvSpPr txBox="1"/>
          <p:nvPr/>
        </p:nvSpPr>
        <p:spPr>
          <a:xfrm>
            <a:off x="8060866" y="4719843"/>
            <a:ext cx="1399357" cy="276999"/>
          </a:xfrm>
          <a:prstGeom prst="rect">
            <a:avLst/>
          </a:prstGeom>
          <a:noFill/>
        </p:spPr>
        <p:txBody>
          <a:bodyPr wrap="square" rtlCol="0">
            <a:spAutoFit/>
          </a:bodyPr>
          <a:lstStyle/>
          <a:p>
            <a:r>
              <a:rPr lang="en-GB" sz="1200"/>
              <a:t>Complete = 10</a:t>
            </a:r>
          </a:p>
        </p:txBody>
      </p:sp>
      <p:pic>
        <p:nvPicPr>
          <p:cNvPr id="34" name="Picture 12">
            <a:extLst>
              <a:ext uri="{FF2B5EF4-FFF2-40B4-BE49-F238E27FC236}">
                <a16:creationId xmlns:a16="http://schemas.microsoft.com/office/drawing/2014/main" id="{C2C10CEB-6CE7-1975-6702-A84A729129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6668" y="6238705"/>
            <a:ext cx="934804" cy="44647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15">
            <a:extLst>
              <a:ext uri="{FF2B5EF4-FFF2-40B4-BE49-F238E27FC236}">
                <a16:creationId xmlns:a16="http://schemas.microsoft.com/office/drawing/2014/main" id="{2F6B684C-DD12-1245-1F6E-C4340F6E19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4943" y="5485752"/>
            <a:ext cx="772455" cy="479273"/>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B08F9D3B-23B8-3FC0-F769-D83DD45504CA}"/>
              </a:ext>
            </a:extLst>
          </p:cNvPr>
          <p:cNvSpPr txBox="1"/>
          <p:nvPr/>
        </p:nvSpPr>
        <p:spPr>
          <a:xfrm>
            <a:off x="8366767" y="6287758"/>
            <a:ext cx="663240" cy="276999"/>
          </a:xfrm>
          <a:prstGeom prst="rect">
            <a:avLst/>
          </a:prstGeom>
          <a:noFill/>
        </p:spPr>
        <p:txBody>
          <a:bodyPr wrap="square" rtlCol="0">
            <a:spAutoFit/>
          </a:bodyPr>
          <a:lstStyle/>
          <a:p>
            <a:r>
              <a:rPr lang="en-GB" sz="1200"/>
              <a:t>end</a:t>
            </a:r>
          </a:p>
        </p:txBody>
      </p:sp>
      <p:sp>
        <p:nvSpPr>
          <p:cNvPr id="38" name="TextBox 37">
            <a:extLst>
              <a:ext uri="{FF2B5EF4-FFF2-40B4-BE49-F238E27FC236}">
                <a16:creationId xmlns:a16="http://schemas.microsoft.com/office/drawing/2014/main" id="{7FFEC183-92A3-4921-8093-5D3D0C17C01D}"/>
              </a:ext>
            </a:extLst>
          </p:cNvPr>
          <p:cNvSpPr txBox="1"/>
          <p:nvPr/>
        </p:nvSpPr>
        <p:spPr>
          <a:xfrm>
            <a:off x="8366767" y="5452056"/>
            <a:ext cx="663240" cy="461665"/>
          </a:xfrm>
          <a:prstGeom prst="rect">
            <a:avLst/>
          </a:prstGeom>
          <a:noFill/>
        </p:spPr>
        <p:txBody>
          <a:bodyPr wrap="square" rtlCol="0">
            <a:spAutoFit/>
          </a:bodyPr>
          <a:lstStyle/>
          <a:p>
            <a:r>
              <a:rPr lang="en-GB" sz="1200"/>
              <a:t>Give points</a:t>
            </a:r>
          </a:p>
        </p:txBody>
      </p:sp>
      <p:cxnSp>
        <p:nvCxnSpPr>
          <p:cNvPr id="40" name="Straight Arrow Connector 39">
            <a:extLst>
              <a:ext uri="{FF2B5EF4-FFF2-40B4-BE49-F238E27FC236}">
                <a16:creationId xmlns:a16="http://schemas.microsoft.com/office/drawing/2014/main" id="{F706A1BB-C349-7EAC-3169-BF56743DD63A}"/>
              </a:ext>
            </a:extLst>
          </p:cNvPr>
          <p:cNvCxnSpPr>
            <a:cxnSpLocks/>
            <a:stCxn id="7" idx="2"/>
            <a:endCxn id="5" idx="0"/>
          </p:cNvCxnSpPr>
          <p:nvPr/>
        </p:nvCxnSpPr>
        <p:spPr>
          <a:xfrm flipH="1">
            <a:off x="4787862" y="1704981"/>
            <a:ext cx="55609" cy="20847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310E5819-A335-8839-E70F-00F09FEEED9F}"/>
              </a:ext>
            </a:extLst>
          </p:cNvPr>
          <p:cNvCxnSpPr>
            <a:cxnSpLocks/>
            <a:stCxn id="5" idx="2"/>
          </p:cNvCxnSpPr>
          <p:nvPr/>
        </p:nvCxnSpPr>
        <p:spPr>
          <a:xfrm>
            <a:off x="4787862" y="2359934"/>
            <a:ext cx="0" cy="10840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D3304A80-FB86-8723-E810-C7EC02754FAC}"/>
              </a:ext>
            </a:extLst>
          </p:cNvPr>
          <p:cNvCxnSpPr>
            <a:cxnSpLocks/>
            <a:endCxn id="16" idx="0"/>
          </p:cNvCxnSpPr>
          <p:nvPr/>
        </p:nvCxnSpPr>
        <p:spPr>
          <a:xfrm>
            <a:off x="4815666" y="2998036"/>
            <a:ext cx="27805" cy="22259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2462E686-E3F6-7117-31C9-4D6208497294}"/>
              </a:ext>
            </a:extLst>
          </p:cNvPr>
          <p:cNvCxnSpPr>
            <a:cxnSpLocks/>
            <a:stCxn id="16" idx="2"/>
          </p:cNvCxnSpPr>
          <p:nvPr/>
        </p:nvCxnSpPr>
        <p:spPr>
          <a:xfrm>
            <a:off x="4843471" y="3682297"/>
            <a:ext cx="0" cy="19099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E027E249-9E5F-199F-0D4C-9B076346450C}"/>
              </a:ext>
            </a:extLst>
          </p:cNvPr>
          <p:cNvCxnSpPr>
            <a:cxnSpLocks/>
            <a:stCxn id="29" idx="0"/>
            <a:endCxn id="16" idx="1"/>
          </p:cNvCxnSpPr>
          <p:nvPr/>
        </p:nvCxnSpPr>
        <p:spPr>
          <a:xfrm flipV="1">
            <a:off x="3427705" y="3451465"/>
            <a:ext cx="920560" cy="109885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09F149FA-3072-0641-9A1E-88681E44F90E}"/>
              </a:ext>
            </a:extLst>
          </p:cNvPr>
          <p:cNvCxnSpPr>
            <a:cxnSpLocks/>
            <a:stCxn id="8" idx="1"/>
          </p:cNvCxnSpPr>
          <p:nvPr/>
        </p:nvCxnSpPr>
        <p:spPr>
          <a:xfrm flipH="1">
            <a:off x="4124667" y="4981622"/>
            <a:ext cx="504658" cy="1522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EA291EFF-E9D2-ACC9-1C9C-5AB17A421801}"/>
              </a:ext>
            </a:extLst>
          </p:cNvPr>
          <p:cNvCxnSpPr>
            <a:cxnSpLocks/>
            <a:stCxn id="11" idx="2"/>
          </p:cNvCxnSpPr>
          <p:nvPr/>
        </p:nvCxnSpPr>
        <p:spPr>
          <a:xfrm>
            <a:off x="5101012" y="4421457"/>
            <a:ext cx="0" cy="22475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6855705C-BDC1-617D-52B4-EB97768CE7DA}"/>
              </a:ext>
            </a:extLst>
          </p:cNvPr>
          <p:cNvCxnSpPr>
            <a:cxnSpLocks/>
            <a:stCxn id="8" idx="3"/>
          </p:cNvCxnSpPr>
          <p:nvPr/>
        </p:nvCxnSpPr>
        <p:spPr>
          <a:xfrm>
            <a:off x="5752200" y="4981622"/>
            <a:ext cx="504658" cy="1522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27AE22F7-F489-619C-AEFF-0C133A7F0B66}"/>
              </a:ext>
            </a:extLst>
          </p:cNvPr>
          <p:cNvCxnSpPr>
            <a:cxnSpLocks/>
            <a:stCxn id="30" idx="3"/>
            <a:endCxn id="32" idx="1"/>
          </p:cNvCxnSpPr>
          <p:nvPr/>
        </p:nvCxnSpPr>
        <p:spPr>
          <a:xfrm flipV="1">
            <a:off x="7623245" y="4878042"/>
            <a:ext cx="362683" cy="464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0C99D0BD-73B6-3527-C42F-4050D431B3A2}"/>
              </a:ext>
            </a:extLst>
          </p:cNvPr>
          <p:cNvCxnSpPr>
            <a:cxnSpLocks/>
            <a:stCxn id="32" idx="0"/>
            <a:endCxn id="14" idx="3"/>
          </p:cNvCxnSpPr>
          <p:nvPr/>
        </p:nvCxnSpPr>
        <p:spPr>
          <a:xfrm flipH="1" flipV="1">
            <a:off x="5255263" y="2109161"/>
            <a:ext cx="3430344" cy="241145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C977D17E-EE37-C224-C6B9-CC6AA78E1DBC}"/>
              </a:ext>
            </a:extLst>
          </p:cNvPr>
          <p:cNvCxnSpPr>
            <a:cxnSpLocks/>
            <a:stCxn id="32" idx="2"/>
            <a:endCxn id="38" idx="0"/>
          </p:cNvCxnSpPr>
          <p:nvPr/>
        </p:nvCxnSpPr>
        <p:spPr>
          <a:xfrm>
            <a:off x="8685607" y="5235466"/>
            <a:ext cx="12780" cy="21659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26F6882E-F199-473F-C499-65E5B3327C29}"/>
              </a:ext>
            </a:extLst>
          </p:cNvPr>
          <p:cNvCxnSpPr>
            <a:cxnSpLocks/>
            <a:stCxn id="38" idx="2"/>
            <a:endCxn id="37" idx="0"/>
          </p:cNvCxnSpPr>
          <p:nvPr/>
        </p:nvCxnSpPr>
        <p:spPr>
          <a:xfrm>
            <a:off x="8698387" y="5913721"/>
            <a:ext cx="0" cy="37403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2" name="TextBox 81">
            <a:extLst>
              <a:ext uri="{FF2B5EF4-FFF2-40B4-BE49-F238E27FC236}">
                <a16:creationId xmlns:a16="http://schemas.microsoft.com/office/drawing/2014/main" id="{1F22A38D-51AC-095B-8BAF-A4117F47AAE8}"/>
              </a:ext>
            </a:extLst>
          </p:cNvPr>
          <p:cNvSpPr txBox="1"/>
          <p:nvPr/>
        </p:nvSpPr>
        <p:spPr>
          <a:xfrm>
            <a:off x="8785389" y="5213432"/>
            <a:ext cx="463675" cy="276999"/>
          </a:xfrm>
          <a:prstGeom prst="rect">
            <a:avLst/>
          </a:prstGeom>
          <a:noFill/>
        </p:spPr>
        <p:txBody>
          <a:bodyPr wrap="square" rtlCol="0">
            <a:spAutoFit/>
          </a:bodyPr>
          <a:lstStyle/>
          <a:p>
            <a:r>
              <a:rPr lang="en-GB" sz="1200"/>
              <a:t>yes</a:t>
            </a:r>
          </a:p>
        </p:txBody>
      </p:sp>
      <p:sp>
        <p:nvSpPr>
          <p:cNvPr id="83" name="TextBox 82">
            <a:extLst>
              <a:ext uri="{FF2B5EF4-FFF2-40B4-BE49-F238E27FC236}">
                <a16:creationId xmlns:a16="http://schemas.microsoft.com/office/drawing/2014/main" id="{A182C705-32F2-9CA8-CAD9-9EE973BFFD3B}"/>
              </a:ext>
            </a:extLst>
          </p:cNvPr>
          <p:cNvSpPr txBox="1"/>
          <p:nvPr/>
        </p:nvSpPr>
        <p:spPr>
          <a:xfrm>
            <a:off x="5861204" y="4717372"/>
            <a:ext cx="469847" cy="276999"/>
          </a:xfrm>
          <a:prstGeom prst="rect">
            <a:avLst/>
          </a:prstGeom>
          <a:noFill/>
        </p:spPr>
        <p:txBody>
          <a:bodyPr wrap="square" rtlCol="0">
            <a:spAutoFit/>
          </a:bodyPr>
          <a:lstStyle/>
          <a:p>
            <a:r>
              <a:rPr lang="en-GB" sz="1200"/>
              <a:t>yes</a:t>
            </a:r>
          </a:p>
        </p:txBody>
      </p:sp>
      <p:sp>
        <p:nvSpPr>
          <p:cNvPr id="84" name="TextBox 83">
            <a:extLst>
              <a:ext uri="{FF2B5EF4-FFF2-40B4-BE49-F238E27FC236}">
                <a16:creationId xmlns:a16="http://schemas.microsoft.com/office/drawing/2014/main" id="{251F8E14-CD40-882D-B918-D778E6A6E884}"/>
              </a:ext>
            </a:extLst>
          </p:cNvPr>
          <p:cNvSpPr txBox="1"/>
          <p:nvPr/>
        </p:nvSpPr>
        <p:spPr>
          <a:xfrm>
            <a:off x="4181760" y="4717373"/>
            <a:ext cx="469847" cy="276999"/>
          </a:xfrm>
          <a:prstGeom prst="rect">
            <a:avLst/>
          </a:prstGeom>
          <a:noFill/>
        </p:spPr>
        <p:txBody>
          <a:bodyPr wrap="square" rtlCol="0">
            <a:spAutoFit/>
          </a:bodyPr>
          <a:lstStyle/>
          <a:p>
            <a:r>
              <a:rPr lang="en-GB" sz="1200"/>
              <a:t>no</a:t>
            </a:r>
          </a:p>
        </p:txBody>
      </p:sp>
      <p:sp>
        <p:nvSpPr>
          <p:cNvPr id="85" name="TextBox 84">
            <a:extLst>
              <a:ext uri="{FF2B5EF4-FFF2-40B4-BE49-F238E27FC236}">
                <a16:creationId xmlns:a16="http://schemas.microsoft.com/office/drawing/2014/main" id="{AF65B579-D616-A922-6455-A570903C45D2}"/>
              </a:ext>
            </a:extLst>
          </p:cNvPr>
          <p:cNvSpPr txBox="1"/>
          <p:nvPr/>
        </p:nvSpPr>
        <p:spPr>
          <a:xfrm>
            <a:off x="8627551" y="4204162"/>
            <a:ext cx="469847" cy="276999"/>
          </a:xfrm>
          <a:prstGeom prst="rect">
            <a:avLst/>
          </a:prstGeom>
          <a:noFill/>
        </p:spPr>
        <p:txBody>
          <a:bodyPr wrap="square" rtlCol="0">
            <a:spAutoFit/>
          </a:bodyPr>
          <a:lstStyle/>
          <a:p>
            <a:r>
              <a:rPr lang="en-GB" sz="1200"/>
              <a:t>no</a:t>
            </a:r>
          </a:p>
        </p:txBody>
      </p:sp>
      <p:sp>
        <p:nvSpPr>
          <p:cNvPr id="95" name="TextBox 94">
            <a:extLst>
              <a:ext uri="{FF2B5EF4-FFF2-40B4-BE49-F238E27FC236}">
                <a16:creationId xmlns:a16="http://schemas.microsoft.com/office/drawing/2014/main" id="{7EE18BF4-80E3-54A2-C931-2072C9D154B6}"/>
              </a:ext>
            </a:extLst>
          </p:cNvPr>
          <p:cNvSpPr txBox="1"/>
          <p:nvPr/>
        </p:nvSpPr>
        <p:spPr>
          <a:xfrm>
            <a:off x="4481012" y="956489"/>
            <a:ext cx="829861" cy="276999"/>
          </a:xfrm>
          <a:prstGeom prst="rect">
            <a:avLst/>
          </a:prstGeom>
          <a:noFill/>
        </p:spPr>
        <p:txBody>
          <a:bodyPr wrap="square" rtlCol="0">
            <a:spAutoFit/>
          </a:bodyPr>
          <a:lstStyle/>
          <a:p>
            <a:r>
              <a:rPr lang="en-GB" sz="1200"/>
              <a:t>memory</a:t>
            </a:r>
          </a:p>
        </p:txBody>
      </p:sp>
      <p:pic>
        <p:nvPicPr>
          <p:cNvPr id="3" name="Picture 14">
            <a:extLst>
              <a:ext uri="{FF2B5EF4-FFF2-40B4-BE49-F238E27FC236}">
                <a16:creationId xmlns:a16="http://schemas.microsoft.com/office/drawing/2014/main" id="{07194671-AC42-39B8-1B93-291E9C28DD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278" y="2663449"/>
            <a:ext cx="888625" cy="6795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5">
            <a:extLst>
              <a:ext uri="{FF2B5EF4-FFF2-40B4-BE49-F238E27FC236}">
                <a16:creationId xmlns:a16="http://schemas.microsoft.com/office/drawing/2014/main" id="{EFCD4B4D-ECE0-9B0C-905A-9A1D12884F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131" y="2050416"/>
            <a:ext cx="934802" cy="44647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3">
            <a:extLst>
              <a:ext uri="{FF2B5EF4-FFF2-40B4-BE49-F238E27FC236}">
                <a16:creationId xmlns:a16="http://schemas.microsoft.com/office/drawing/2014/main" id="{3BEC3E0B-1A30-1F6F-93B8-92500935DF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784" y="1432101"/>
            <a:ext cx="1046022" cy="44647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AA9B3385-B969-AD05-1207-BA0A16B83A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923" y="777607"/>
            <a:ext cx="934804" cy="44647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464E5087-E873-B9E2-6A28-68B0A522F679}"/>
              </a:ext>
            </a:extLst>
          </p:cNvPr>
          <p:cNvSpPr txBox="1"/>
          <p:nvPr/>
        </p:nvSpPr>
        <p:spPr>
          <a:xfrm>
            <a:off x="1370288" y="876704"/>
            <a:ext cx="1000050" cy="261610"/>
          </a:xfrm>
          <a:prstGeom prst="rect">
            <a:avLst/>
          </a:prstGeom>
          <a:noFill/>
        </p:spPr>
        <p:txBody>
          <a:bodyPr wrap="square" rtlCol="0">
            <a:spAutoFit/>
          </a:bodyPr>
          <a:lstStyle/>
          <a:p>
            <a:r>
              <a:rPr lang="en-GB" sz="1100"/>
              <a:t>Start/end</a:t>
            </a:r>
          </a:p>
        </p:txBody>
      </p:sp>
      <p:sp>
        <p:nvSpPr>
          <p:cNvPr id="20" name="TextBox 19">
            <a:extLst>
              <a:ext uri="{FF2B5EF4-FFF2-40B4-BE49-F238E27FC236}">
                <a16:creationId xmlns:a16="http://schemas.microsoft.com/office/drawing/2014/main" id="{44EAE7FA-5465-F387-8D10-62096688EC2E}"/>
              </a:ext>
            </a:extLst>
          </p:cNvPr>
          <p:cNvSpPr txBox="1"/>
          <p:nvPr/>
        </p:nvSpPr>
        <p:spPr>
          <a:xfrm>
            <a:off x="1462164" y="1479758"/>
            <a:ext cx="1000050" cy="261610"/>
          </a:xfrm>
          <a:prstGeom prst="rect">
            <a:avLst/>
          </a:prstGeom>
          <a:noFill/>
        </p:spPr>
        <p:txBody>
          <a:bodyPr wrap="square" rtlCol="0">
            <a:spAutoFit/>
          </a:bodyPr>
          <a:lstStyle/>
          <a:p>
            <a:r>
              <a:rPr lang="en-GB" sz="1100"/>
              <a:t>Input/output</a:t>
            </a:r>
          </a:p>
        </p:txBody>
      </p:sp>
      <p:sp>
        <p:nvSpPr>
          <p:cNvPr id="21" name="TextBox 20">
            <a:extLst>
              <a:ext uri="{FF2B5EF4-FFF2-40B4-BE49-F238E27FC236}">
                <a16:creationId xmlns:a16="http://schemas.microsoft.com/office/drawing/2014/main" id="{90E84EE9-CAA9-C4EA-6FCB-E278734428B0}"/>
              </a:ext>
            </a:extLst>
          </p:cNvPr>
          <p:cNvSpPr txBox="1"/>
          <p:nvPr/>
        </p:nvSpPr>
        <p:spPr>
          <a:xfrm>
            <a:off x="1506017" y="2099420"/>
            <a:ext cx="1000050" cy="261610"/>
          </a:xfrm>
          <a:prstGeom prst="rect">
            <a:avLst/>
          </a:prstGeom>
          <a:noFill/>
        </p:spPr>
        <p:txBody>
          <a:bodyPr wrap="square" rtlCol="0">
            <a:spAutoFit/>
          </a:bodyPr>
          <a:lstStyle/>
          <a:p>
            <a:r>
              <a:rPr lang="en-GB" sz="1100"/>
              <a:t>process</a:t>
            </a:r>
          </a:p>
        </p:txBody>
      </p:sp>
      <p:sp>
        <p:nvSpPr>
          <p:cNvPr id="22" name="TextBox 21">
            <a:extLst>
              <a:ext uri="{FF2B5EF4-FFF2-40B4-BE49-F238E27FC236}">
                <a16:creationId xmlns:a16="http://schemas.microsoft.com/office/drawing/2014/main" id="{D1B08174-6198-6386-899A-45F3A7A623D0}"/>
              </a:ext>
            </a:extLst>
          </p:cNvPr>
          <p:cNvSpPr txBox="1"/>
          <p:nvPr/>
        </p:nvSpPr>
        <p:spPr>
          <a:xfrm>
            <a:off x="1185297" y="2831562"/>
            <a:ext cx="1000050" cy="261610"/>
          </a:xfrm>
          <a:prstGeom prst="rect">
            <a:avLst/>
          </a:prstGeom>
          <a:noFill/>
        </p:spPr>
        <p:txBody>
          <a:bodyPr wrap="square" rtlCol="0">
            <a:spAutoFit/>
          </a:bodyPr>
          <a:lstStyle/>
          <a:p>
            <a:r>
              <a:rPr lang="en-GB" sz="1100"/>
              <a:t>decision</a:t>
            </a:r>
          </a:p>
        </p:txBody>
      </p:sp>
      <p:cxnSp>
        <p:nvCxnSpPr>
          <p:cNvPr id="24" name="Straight Arrow Connector 23">
            <a:extLst>
              <a:ext uri="{FF2B5EF4-FFF2-40B4-BE49-F238E27FC236}">
                <a16:creationId xmlns:a16="http://schemas.microsoft.com/office/drawing/2014/main" id="{F3E60BA9-3615-B058-1F68-E91D58172419}"/>
              </a:ext>
            </a:extLst>
          </p:cNvPr>
          <p:cNvCxnSpPr/>
          <p:nvPr/>
        </p:nvCxnSpPr>
        <p:spPr>
          <a:xfrm flipV="1">
            <a:off x="9097398" y="2109161"/>
            <a:ext cx="1120800" cy="267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4DE057D6-BFCB-5876-FDC9-B244BAF26294}"/>
              </a:ext>
            </a:extLst>
          </p:cNvPr>
          <p:cNvSpPr txBox="1"/>
          <p:nvPr/>
        </p:nvSpPr>
        <p:spPr>
          <a:xfrm>
            <a:off x="10129421" y="1574077"/>
            <a:ext cx="933948" cy="923330"/>
          </a:xfrm>
          <a:prstGeom prst="rect">
            <a:avLst/>
          </a:prstGeom>
          <a:noFill/>
        </p:spPr>
        <p:txBody>
          <a:bodyPr wrap="square" rtlCol="0">
            <a:spAutoFit/>
          </a:bodyPr>
          <a:lstStyle/>
          <a:p>
            <a:r>
              <a:rPr lang="en-GB" dirty="0"/>
              <a:t>There are 10 pairs </a:t>
            </a:r>
          </a:p>
        </p:txBody>
      </p:sp>
      <p:sp>
        <p:nvSpPr>
          <p:cNvPr id="26" name="TextBox 25">
            <a:extLst>
              <a:ext uri="{FF2B5EF4-FFF2-40B4-BE49-F238E27FC236}">
                <a16:creationId xmlns:a16="http://schemas.microsoft.com/office/drawing/2014/main" id="{87C9CD61-C7D7-8845-4783-92193472FF57}"/>
              </a:ext>
            </a:extLst>
          </p:cNvPr>
          <p:cNvSpPr txBox="1"/>
          <p:nvPr/>
        </p:nvSpPr>
        <p:spPr>
          <a:xfrm>
            <a:off x="393786" y="3763882"/>
            <a:ext cx="1520496" cy="923330"/>
          </a:xfrm>
          <a:prstGeom prst="rect">
            <a:avLst/>
          </a:prstGeom>
          <a:noFill/>
        </p:spPr>
        <p:txBody>
          <a:bodyPr wrap="square" rtlCol="0">
            <a:spAutoFit/>
          </a:bodyPr>
          <a:lstStyle/>
          <a:p>
            <a:r>
              <a:rPr lang="en-GB" dirty="0"/>
              <a:t>Only 1 of the boxes disappears</a:t>
            </a:r>
          </a:p>
        </p:txBody>
      </p:sp>
    </p:spTree>
    <p:extLst>
      <p:ext uri="{BB962C8B-B14F-4D97-AF65-F5344CB8AC3E}">
        <p14:creationId xmlns:p14="http://schemas.microsoft.com/office/powerpoint/2010/main" val="419459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83234-F928-E2C8-3901-8212B5BEEB95}"/>
              </a:ext>
            </a:extLst>
          </p:cNvPr>
          <p:cNvSpPr>
            <a:spLocks noGrp="1"/>
          </p:cNvSpPr>
          <p:nvPr>
            <p:ph type="title"/>
          </p:nvPr>
        </p:nvSpPr>
        <p:spPr>
          <a:xfrm>
            <a:off x="1599451" y="40287"/>
            <a:ext cx="10353761" cy="1326321"/>
          </a:xfrm>
        </p:spPr>
        <p:txBody>
          <a:bodyPr/>
          <a:lstStyle/>
          <a:p>
            <a:r>
              <a:rPr lang="en-GB"/>
              <a:t>How data will flow around the system – Data flow diagram</a:t>
            </a:r>
          </a:p>
        </p:txBody>
      </p:sp>
      <p:pic>
        <p:nvPicPr>
          <p:cNvPr id="4098" name="Picture 2">
            <a:extLst>
              <a:ext uri="{FF2B5EF4-FFF2-40B4-BE49-F238E27FC236}">
                <a16:creationId xmlns:a16="http://schemas.microsoft.com/office/drawing/2014/main" id="{36F33AA5-E131-9255-AF27-5A8200DB04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993" y="791278"/>
            <a:ext cx="619125" cy="361951"/>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a:extLst>
              <a:ext uri="{FF2B5EF4-FFF2-40B4-BE49-F238E27FC236}">
                <a16:creationId xmlns:a16="http://schemas.microsoft.com/office/drawing/2014/main" id="{51C74256-FAA3-8550-2606-9EE2F71CA5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6833" y="2960818"/>
            <a:ext cx="1893047" cy="29447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D6331A7D-BF45-6558-177B-C1B437477C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604" y="244500"/>
            <a:ext cx="408115" cy="4081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1605F65-5253-121F-B6A9-BA15F8B13B2E}"/>
              </a:ext>
            </a:extLst>
          </p:cNvPr>
          <p:cNvSpPr txBox="1"/>
          <p:nvPr/>
        </p:nvSpPr>
        <p:spPr>
          <a:xfrm>
            <a:off x="984297" y="340068"/>
            <a:ext cx="1696064" cy="307777"/>
          </a:xfrm>
          <a:prstGeom prst="rect">
            <a:avLst/>
          </a:prstGeom>
          <a:noFill/>
        </p:spPr>
        <p:txBody>
          <a:bodyPr wrap="square" rtlCol="0">
            <a:spAutoFit/>
          </a:bodyPr>
          <a:lstStyle/>
          <a:p>
            <a:r>
              <a:rPr lang="en-GB" sz="1400"/>
              <a:t>External identity</a:t>
            </a:r>
          </a:p>
        </p:txBody>
      </p:sp>
      <p:sp>
        <p:nvSpPr>
          <p:cNvPr id="5" name="TextBox 4">
            <a:extLst>
              <a:ext uri="{FF2B5EF4-FFF2-40B4-BE49-F238E27FC236}">
                <a16:creationId xmlns:a16="http://schemas.microsoft.com/office/drawing/2014/main" id="{EF9E7A1C-4C61-D5F7-3B0A-3D46A97A797E}"/>
              </a:ext>
            </a:extLst>
          </p:cNvPr>
          <p:cNvSpPr txBox="1"/>
          <p:nvPr/>
        </p:nvSpPr>
        <p:spPr>
          <a:xfrm>
            <a:off x="1346656" y="1371718"/>
            <a:ext cx="1240797" cy="307777"/>
          </a:xfrm>
          <a:prstGeom prst="rect">
            <a:avLst/>
          </a:prstGeom>
          <a:noFill/>
        </p:spPr>
        <p:txBody>
          <a:bodyPr wrap="square" rtlCol="0">
            <a:spAutoFit/>
          </a:bodyPr>
          <a:lstStyle/>
          <a:p>
            <a:r>
              <a:rPr lang="en-GB" sz="1400"/>
              <a:t>Data store</a:t>
            </a:r>
          </a:p>
        </p:txBody>
      </p:sp>
      <p:sp>
        <p:nvSpPr>
          <p:cNvPr id="6" name="TextBox 5">
            <a:extLst>
              <a:ext uri="{FF2B5EF4-FFF2-40B4-BE49-F238E27FC236}">
                <a16:creationId xmlns:a16="http://schemas.microsoft.com/office/drawing/2014/main" id="{E7B464CF-3503-6D3B-B0C9-9FE439FC861D}"/>
              </a:ext>
            </a:extLst>
          </p:cNvPr>
          <p:cNvSpPr txBox="1"/>
          <p:nvPr/>
        </p:nvSpPr>
        <p:spPr>
          <a:xfrm>
            <a:off x="1065413" y="826977"/>
            <a:ext cx="1614948" cy="307777"/>
          </a:xfrm>
          <a:prstGeom prst="rect">
            <a:avLst/>
          </a:prstGeom>
          <a:noFill/>
        </p:spPr>
        <p:txBody>
          <a:bodyPr wrap="square" rtlCol="0">
            <a:spAutoFit/>
          </a:bodyPr>
          <a:lstStyle/>
          <a:p>
            <a:r>
              <a:rPr lang="en-GB" sz="1400"/>
              <a:t>process</a:t>
            </a:r>
          </a:p>
        </p:txBody>
      </p:sp>
      <p:sp>
        <p:nvSpPr>
          <p:cNvPr id="7" name="TextBox 6">
            <a:extLst>
              <a:ext uri="{FF2B5EF4-FFF2-40B4-BE49-F238E27FC236}">
                <a16:creationId xmlns:a16="http://schemas.microsoft.com/office/drawing/2014/main" id="{FB96CE74-C18D-B354-DF88-785537C94B51}"/>
              </a:ext>
            </a:extLst>
          </p:cNvPr>
          <p:cNvSpPr txBox="1"/>
          <p:nvPr/>
        </p:nvSpPr>
        <p:spPr>
          <a:xfrm>
            <a:off x="1482344" y="1890522"/>
            <a:ext cx="1275001" cy="307777"/>
          </a:xfrm>
          <a:prstGeom prst="rect">
            <a:avLst/>
          </a:prstGeom>
          <a:noFill/>
        </p:spPr>
        <p:txBody>
          <a:bodyPr wrap="square" rtlCol="0">
            <a:spAutoFit/>
          </a:bodyPr>
          <a:lstStyle/>
          <a:p>
            <a:r>
              <a:rPr lang="en-GB" sz="1400"/>
              <a:t>Data flow</a:t>
            </a:r>
          </a:p>
        </p:txBody>
      </p:sp>
      <p:cxnSp>
        <p:nvCxnSpPr>
          <p:cNvPr id="8" name="Straight Arrow Connector 7">
            <a:extLst>
              <a:ext uri="{FF2B5EF4-FFF2-40B4-BE49-F238E27FC236}">
                <a16:creationId xmlns:a16="http://schemas.microsoft.com/office/drawing/2014/main" id="{4A559BA2-38F8-1198-93D2-6547D186FEC1}"/>
              </a:ext>
            </a:extLst>
          </p:cNvPr>
          <p:cNvCxnSpPr>
            <a:cxnSpLocks/>
          </p:cNvCxnSpPr>
          <p:nvPr/>
        </p:nvCxnSpPr>
        <p:spPr>
          <a:xfrm>
            <a:off x="4227477" y="2719839"/>
            <a:ext cx="872755" cy="18683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4">
            <a:extLst>
              <a:ext uri="{FF2B5EF4-FFF2-40B4-BE49-F238E27FC236}">
                <a16:creationId xmlns:a16="http://schemas.microsoft.com/office/drawing/2014/main" id="{12BA90BF-9836-E04C-AA3F-2B223920E1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0137" y="4288103"/>
            <a:ext cx="743196" cy="743197"/>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7A51D650-F1B0-CAB2-208D-FBE5C7B1A7E3}"/>
              </a:ext>
            </a:extLst>
          </p:cNvPr>
          <p:cNvCxnSpPr>
            <a:cxnSpLocks/>
          </p:cNvCxnSpPr>
          <p:nvPr/>
        </p:nvCxnSpPr>
        <p:spPr>
          <a:xfrm>
            <a:off x="2386126" y="4530294"/>
            <a:ext cx="1342784" cy="215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2">
            <a:extLst>
              <a:ext uri="{FF2B5EF4-FFF2-40B4-BE49-F238E27FC236}">
                <a16:creationId xmlns:a16="http://schemas.microsoft.com/office/drawing/2014/main" id="{72A04637-D4CB-4681-AE71-FB499ABA2D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0344" y="4365157"/>
            <a:ext cx="911467" cy="595358"/>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BDBE6C0D-0DB4-4492-E7F3-D62C75AB9F14}"/>
              </a:ext>
            </a:extLst>
          </p:cNvPr>
          <p:cNvCxnSpPr>
            <a:cxnSpLocks/>
          </p:cNvCxnSpPr>
          <p:nvPr/>
        </p:nvCxnSpPr>
        <p:spPr>
          <a:xfrm>
            <a:off x="3860628" y="3930027"/>
            <a:ext cx="0" cy="4182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3">
            <a:extLst>
              <a:ext uri="{FF2B5EF4-FFF2-40B4-BE49-F238E27FC236}">
                <a16:creationId xmlns:a16="http://schemas.microsoft.com/office/drawing/2014/main" id="{078D82BC-F6D8-BBBE-B228-75CA9A3DE0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8035" y="3510901"/>
            <a:ext cx="1893047" cy="329013"/>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Arrow Connector 22">
            <a:extLst>
              <a:ext uri="{FF2B5EF4-FFF2-40B4-BE49-F238E27FC236}">
                <a16:creationId xmlns:a16="http://schemas.microsoft.com/office/drawing/2014/main" id="{5446DA14-7369-C538-61FA-B3864F903E33}"/>
              </a:ext>
            </a:extLst>
          </p:cNvPr>
          <p:cNvCxnSpPr>
            <a:cxnSpLocks/>
          </p:cNvCxnSpPr>
          <p:nvPr/>
        </p:nvCxnSpPr>
        <p:spPr>
          <a:xfrm flipV="1">
            <a:off x="4524369" y="3901230"/>
            <a:ext cx="14763" cy="4458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0547A357-F2B9-20A7-671E-AE2D2DE361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3161" y="4212876"/>
            <a:ext cx="743196" cy="743197"/>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3">
            <a:extLst>
              <a:ext uri="{FF2B5EF4-FFF2-40B4-BE49-F238E27FC236}">
                <a16:creationId xmlns:a16="http://schemas.microsoft.com/office/drawing/2014/main" id="{250755F6-66BC-EEB3-AFA0-464A98B979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81" y="1438135"/>
            <a:ext cx="1285875" cy="200025"/>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Arrow Connector 28">
            <a:extLst>
              <a:ext uri="{FF2B5EF4-FFF2-40B4-BE49-F238E27FC236}">
                <a16:creationId xmlns:a16="http://schemas.microsoft.com/office/drawing/2014/main" id="{145CDB14-4985-EC33-9490-EAA91181D7A0}"/>
              </a:ext>
            </a:extLst>
          </p:cNvPr>
          <p:cNvCxnSpPr>
            <a:cxnSpLocks/>
            <a:endCxn id="30" idx="2"/>
          </p:cNvCxnSpPr>
          <p:nvPr/>
        </p:nvCxnSpPr>
        <p:spPr>
          <a:xfrm flipH="1" flipV="1">
            <a:off x="5624917" y="2161476"/>
            <a:ext cx="264822" cy="75781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0" name="Picture 4">
            <a:extLst>
              <a:ext uri="{FF2B5EF4-FFF2-40B4-BE49-F238E27FC236}">
                <a16:creationId xmlns:a16="http://schemas.microsoft.com/office/drawing/2014/main" id="{660CCBEB-74DA-4AFC-617D-E4C07B1A82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3319" y="1418279"/>
            <a:ext cx="743196" cy="743197"/>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5F7E3681-79CD-2A02-6288-D1A756650E14}"/>
              </a:ext>
            </a:extLst>
          </p:cNvPr>
          <p:cNvSpPr txBox="1"/>
          <p:nvPr/>
        </p:nvSpPr>
        <p:spPr>
          <a:xfrm>
            <a:off x="1832329" y="4509898"/>
            <a:ext cx="589592" cy="276999"/>
          </a:xfrm>
          <a:prstGeom prst="rect">
            <a:avLst/>
          </a:prstGeom>
          <a:noFill/>
        </p:spPr>
        <p:txBody>
          <a:bodyPr wrap="square" rtlCol="0">
            <a:spAutoFit/>
          </a:bodyPr>
          <a:lstStyle/>
          <a:p>
            <a:r>
              <a:rPr lang="en-GB" sz="1200"/>
              <a:t>new</a:t>
            </a:r>
          </a:p>
        </p:txBody>
      </p:sp>
      <p:sp>
        <p:nvSpPr>
          <p:cNvPr id="32" name="TextBox 31">
            <a:extLst>
              <a:ext uri="{FF2B5EF4-FFF2-40B4-BE49-F238E27FC236}">
                <a16:creationId xmlns:a16="http://schemas.microsoft.com/office/drawing/2014/main" id="{FF77459A-FCDE-B6AF-DC4F-877E8D29A701}"/>
              </a:ext>
            </a:extLst>
          </p:cNvPr>
          <p:cNvSpPr txBox="1"/>
          <p:nvPr/>
        </p:nvSpPr>
        <p:spPr>
          <a:xfrm>
            <a:off x="3860144" y="4359124"/>
            <a:ext cx="722237" cy="400110"/>
          </a:xfrm>
          <a:prstGeom prst="rect">
            <a:avLst/>
          </a:prstGeom>
          <a:noFill/>
        </p:spPr>
        <p:txBody>
          <a:bodyPr wrap="square" rtlCol="0">
            <a:spAutoFit/>
          </a:bodyPr>
          <a:lstStyle/>
          <a:p>
            <a:r>
              <a:rPr lang="en-GB" sz="1000"/>
              <a:t>Login</a:t>
            </a:r>
            <a:r>
              <a:rPr lang="en-GB" sz="800"/>
              <a:t> </a:t>
            </a:r>
            <a:r>
              <a:rPr lang="en-GB" sz="1000"/>
              <a:t>check</a:t>
            </a:r>
            <a:endParaRPr lang="en-GB" sz="800"/>
          </a:p>
        </p:txBody>
      </p:sp>
      <p:sp>
        <p:nvSpPr>
          <p:cNvPr id="33" name="TextBox 32">
            <a:extLst>
              <a:ext uri="{FF2B5EF4-FFF2-40B4-BE49-F238E27FC236}">
                <a16:creationId xmlns:a16="http://schemas.microsoft.com/office/drawing/2014/main" id="{A5DFFF24-F3CF-299A-5C91-3F50B5B10A48}"/>
              </a:ext>
            </a:extLst>
          </p:cNvPr>
          <p:cNvSpPr txBox="1"/>
          <p:nvPr/>
        </p:nvSpPr>
        <p:spPr>
          <a:xfrm>
            <a:off x="3051160" y="3571166"/>
            <a:ext cx="1839660" cy="215444"/>
          </a:xfrm>
          <a:prstGeom prst="rect">
            <a:avLst/>
          </a:prstGeom>
          <a:noFill/>
        </p:spPr>
        <p:txBody>
          <a:bodyPr wrap="square" rtlCol="0">
            <a:spAutoFit/>
          </a:bodyPr>
          <a:lstStyle/>
          <a:p>
            <a:r>
              <a:rPr lang="en-GB" sz="800"/>
              <a:t>Login credential storage</a:t>
            </a:r>
          </a:p>
        </p:txBody>
      </p:sp>
      <p:sp>
        <p:nvSpPr>
          <p:cNvPr id="34" name="TextBox 33">
            <a:extLst>
              <a:ext uri="{FF2B5EF4-FFF2-40B4-BE49-F238E27FC236}">
                <a16:creationId xmlns:a16="http://schemas.microsoft.com/office/drawing/2014/main" id="{6969E098-D2A4-6513-21E2-D3C70DA79B33}"/>
              </a:ext>
            </a:extLst>
          </p:cNvPr>
          <p:cNvSpPr txBox="1"/>
          <p:nvPr/>
        </p:nvSpPr>
        <p:spPr>
          <a:xfrm>
            <a:off x="5862333" y="4407350"/>
            <a:ext cx="688773" cy="261610"/>
          </a:xfrm>
          <a:prstGeom prst="rect">
            <a:avLst/>
          </a:prstGeom>
          <a:noFill/>
        </p:spPr>
        <p:txBody>
          <a:bodyPr wrap="square" rtlCol="0">
            <a:spAutoFit/>
          </a:bodyPr>
          <a:lstStyle/>
          <a:p>
            <a:r>
              <a:rPr lang="en-GB" sz="1100"/>
              <a:t>user</a:t>
            </a:r>
          </a:p>
        </p:txBody>
      </p:sp>
      <p:sp>
        <p:nvSpPr>
          <p:cNvPr id="35" name="TextBox 34">
            <a:extLst>
              <a:ext uri="{FF2B5EF4-FFF2-40B4-BE49-F238E27FC236}">
                <a16:creationId xmlns:a16="http://schemas.microsoft.com/office/drawing/2014/main" id="{2F45234B-BAFE-98E0-FD20-4A1CF3B8C381}"/>
              </a:ext>
            </a:extLst>
          </p:cNvPr>
          <p:cNvSpPr txBox="1"/>
          <p:nvPr/>
        </p:nvSpPr>
        <p:spPr>
          <a:xfrm>
            <a:off x="5128297" y="2991538"/>
            <a:ext cx="1681582" cy="215444"/>
          </a:xfrm>
          <a:prstGeom prst="rect">
            <a:avLst/>
          </a:prstGeom>
          <a:noFill/>
        </p:spPr>
        <p:txBody>
          <a:bodyPr wrap="square" rtlCol="0">
            <a:spAutoFit/>
          </a:bodyPr>
          <a:lstStyle/>
          <a:p>
            <a:r>
              <a:rPr lang="en-GB" sz="800"/>
              <a:t>Profile/progress data </a:t>
            </a:r>
          </a:p>
        </p:txBody>
      </p:sp>
      <p:cxnSp>
        <p:nvCxnSpPr>
          <p:cNvPr id="36" name="Straight Arrow Connector 35">
            <a:extLst>
              <a:ext uri="{FF2B5EF4-FFF2-40B4-BE49-F238E27FC236}">
                <a16:creationId xmlns:a16="http://schemas.microsoft.com/office/drawing/2014/main" id="{3B5363DB-E241-A620-C9A1-B0ACD33AFBD2}"/>
              </a:ext>
            </a:extLst>
          </p:cNvPr>
          <p:cNvCxnSpPr/>
          <p:nvPr/>
        </p:nvCxnSpPr>
        <p:spPr>
          <a:xfrm>
            <a:off x="113474" y="2048830"/>
            <a:ext cx="123318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B84C1E6-5D56-7170-BF02-03350350A86F}"/>
              </a:ext>
            </a:extLst>
          </p:cNvPr>
          <p:cNvCxnSpPr>
            <a:cxnSpLocks/>
          </p:cNvCxnSpPr>
          <p:nvPr/>
        </p:nvCxnSpPr>
        <p:spPr>
          <a:xfrm>
            <a:off x="4499352" y="4749788"/>
            <a:ext cx="144007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9422200-E191-606C-41C8-1A8BBB36165A}"/>
              </a:ext>
            </a:extLst>
          </p:cNvPr>
          <p:cNvSpPr txBox="1"/>
          <p:nvPr/>
        </p:nvSpPr>
        <p:spPr>
          <a:xfrm>
            <a:off x="5368937" y="1681383"/>
            <a:ext cx="849885" cy="215444"/>
          </a:xfrm>
          <a:prstGeom prst="rect">
            <a:avLst/>
          </a:prstGeom>
          <a:noFill/>
        </p:spPr>
        <p:txBody>
          <a:bodyPr wrap="square" rtlCol="0">
            <a:spAutoFit/>
          </a:bodyPr>
          <a:lstStyle/>
          <a:p>
            <a:r>
              <a:rPr lang="en-GB" sz="800"/>
              <a:t>Admin </a:t>
            </a:r>
          </a:p>
        </p:txBody>
      </p:sp>
      <p:cxnSp>
        <p:nvCxnSpPr>
          <p:cNvPr id="40" name="Straight Arrow Connector 39">
            <a:extLst>
              <a:ext uri="{FF2B5EF4-FFF2-40B4-BE49-F238E27FC236}">
                <a16:creationId xmlns:a16="http://schemas.microsoft.com/office/drawing/2014/main" id="{4104EEDD-A260-A03C-19D1-47C6FBFF9C6D}"/>
              </a:ext>
            </a:extLst>
          </p:cNvPr>
          <p:cNvCxnSpPr>
            <a:cxnSpLocks/>
            <a:endCxn id="3" idx="1"/>
          </p:cNvCxnSpPr>
          <p:nvPr/>
        </p:nvCxnSpPr>
        <p:spPr>
          <a:xfrm>
            <a:off x="6464984" y="4697234"/>
            <a:ext cx="1639555" cy="5515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C81F9AEE-0875-9739-B6BA-A36880A6DA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4539" y="4891312"/>
            <a:ext cx="1222988" cy="71498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9467962-F766-A413-DE06-55FB2039CA29}"/>
              </a:ext>
            </a:extLst>
          </p:cNvPr>
          <p:cNvSpPr txBox="1"/>
          <p:nvPr/>
        </p:nvSpPr>
        <p:spPr>
          <a:xfrm>
            <a:off x="8209565" y="4901357"/>
            <a:ext cx="1358148" cy="276999"/>
          </a:xfrm>
          <a:prstGeom prst="rect">
            <a:avLst/>
          </a:prstGeom>
          <a:noFill/>
        </p:spPr>
        <p:txBody>
          <a:bodyPr wrap="square" rtlCol="0">
            <a:spAutoFit/>
          </a:bodyPr>
          <a:lstStyle/>
          <a:p>
            <a:r>
              <a:rPr lang="en-GB" sz="1200"/>
              <a:t>activities</a:t>
            </a:r>
          </a:p>
        </p:txBody>
      </p:sp>
      <p:pic>
        <p:nvPicPr>
          <p:cNvPr id="15" name="Picture 2">
            <a:extLst>
              <a:ext uri="{FF2B5EF4-FFF2-40B4-BE49-F238E27FC236}">
                <a16:creationId xmlns:a16="http://schemas.microsoft.com/office/drawing/2014/main" id="{B60E7AB2-E5C0-9389-703B-19FD9BB822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9244" y="5559145"/>
            <a:ext cx="911467" cy="53285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88A20C4-2B46-361B-F8DE-2B2F4353AED0}"/>
              </a:ext>
            </a:extLst>
          </p:cNvPr>
          <p:cNvSpPr txBox="1"/>
          <p:nvPr/>
        </p:nvSpPr>
        <p:spPr>
          <a:xfrm>
            <a:off x="5851148" y="5498734"/>
            <a:ext cx="743196" cy="261610"/>
          </a:xfrm>
          <a:prstGeom prst="rect">
            <a:avLst/>
          </a:prstGeom>
          <a:noFill/>
        </p:spPr>
        <p:txBody>
          <a:bodyPr wrap="square" rtlCol="0">
            <a:spAutoFit/>
          </a:bodyPr>
          <a:lstStyle/>
          <a:p>
            <a:r>
              <a:rPr lang="en-GB" sz="1100"/>
              <a:t>Log out</a:t>
            </a:r>
          </a:p>
        </p:txBody>
      </p:sp>
      <p:cxnSp>
        <p:nvCxnSpPr>
          <p:cNvPr id="16" name="Straight Arrow Connector 15">
            <a:extLst>
              <a:ext uri="{FF2B5EF4-FFF2-40B4-BE49-F238E27FC236}">
                <a16:creationId xmlns:a16="http://schemas.microsoft.com/office/drawing/2014/main" id="{6574C361-09C1-F7DD-8DEC-F83E28CE7945}"/>
              </a:ext>
            </a:extLst>
          </p:cNvPr>
          <p:cNvCxnSpPr>
            <a:cxnSpLocks/>
            <a:stCxn id="34" idx="2"/>
            <a:endCxn id="15" idx="0"/>
          </p:cNvCxnSpPr>
          <p:nvPr/>
        </p:nvCxnSpPr>
        <p:spPr>
          <a:xfrm flipH="1">
            <a:off x="6204978" y="4668960"/>
            <a:ext cx="1742" cy="8901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2FC16BE-ABB8-DE7B-00EA-105CA0DF4993}"/>
              </a:ext>
            </a:extLst>
          </p:cNvPr>
          <p:cNvCxnSpPr>
            <a:cxnSpLocks/>
          </p:cNvCxnSpPr>
          <p:nvPr/>
        </p:nvCxnSpPr>
        <p:spPr>
          <a:xfrm flipH="1">
            <a:off x="6302262" y="1890522"/>
            <a:ext cx="2169533" cy="2590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7C931C9-159F-BB14-408C-937C270AF7DD}"/>
              </a:ext>
            </a:extLst>
          </p:cNvPr>
          <p:cNvCxnSpPr>
            <a:cxnSpLocks/>
            <a:endCxn id="46" idx="2"/>
          </p:cNvCxnSpPr>
          <p:nvPr/>
        </p:nvCxnSpPr>
        <p:spPr>
          <a:xfrm flipV="1">
            <a:off x="9024162" y="3512485"/>
            <a:ext cx="131927" cy="130594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878D3FA-E733-BFAD-1BF3-0613BE392563}"/>
              </a:ext>
            </a:extLst>
          </p:cNvPr>
          <p:cNvCxnSpPr>
            <a:cxnSpLocks/>
          </p:cNvCxnSpPr>
          <p:nvPr/>
        </p:nvCxnSpPr>
        <p:spPr>
          <a:xfrm>
            <a:off x="6443423" y="3265511"/>
            <a:ext cx="1616711" cy="17577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6" name="Picture 3">
            <a:extLst>
              <a:ext uri="{FF2B5EF4-FFF2-40B4-BE49-F238E27FC236}">
                <a16:creationId xmlns:a16="http://schemas.microsoft.com/office/drawing/2014/main" id="{521789F7-42AF-DAC3-09AC-75D092EAA1E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966"/>
          <a:stretch/>
        </p:blipFill>
        <p:spPr bwMode="auto">
          <a:xfrm>
            <a:off x="8209565" y="3218011"/>
            <a:ext cx="1893047" cy="294474"/>
          </a:xfrm>
          <a:prstGeom prst="rect">
            <a:avLst/>
          </a:prstGeom>
          <a:noFill/>
          <a:extLst>
            <a:ext uri="{909E8E84-426E-40DD-AFC4-6F175D3DCCD1}">
              <a14:hiddenFill xmlns:a14="http://schemas.microsoft.com/office/drawing/2010/main">
                <a:solidFill>
                  <a:srgbClr val="FFFFFF"/>
                </a:solidFill>
              </a14:hiddenFill>
            </a:ext>
          </a:extLst>
        </p:spPr>
      </p:pic>
      <p:cxnSp>
        <p:nvCxnSpPr>
          <p:cNvPr id="49" name="Straight Arrow Connector 48">
            <a:extLst>
              <a:ext uri="{FF2B5EF4-FFF2-40B4-BE49-F238E27FC236}">
                <a16:creationId xmlns:a16="http://schemas.microsoft.com/office/drawing/2014/main" id="{6C84CC76-A064-E824-8EEA-46B495B9BA2F}"/>
              </a:ext>
            </a:extLst>
          </p:cNvPr>
          <p:cNvCxnSpPr>
            <a:cxnSpLocks/>
            <a:stCxn id="15" idx="1"/>
            <a:endCxn id="9" idx="2"/>
          </p:cNvCxnSpPr>
          <p:nvPr/>
        </p:nvCxnSpPr>
        <p:spPr>
          <a:xfrm flipH="1" flipV="1">
            <a:off x="2101735" y="5031300"/>
            <a:ext cx="3647509" cy="7942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C8E162C-F307-BE58-C185-F41E1D090766}"/>
              </a:ext>
            </a:extLst>
          </p:cNvPr>
          <p:cNvSpPr txBox="1"/>
          <p:nvPr/>
        </p:nvSpPr>
        <p:spPr>
          <a:xfrm>
            <a:off x="2511394" y="4288043"/>
            <a:ext cx="930664" cy="230832"/>
          </a:xfrm>
          <a:prstGeom prst="rect">
            <a:avLst/>
          </a:prstGeom>
          <a:noFill/>
        </p:spPr>
        <p:txBody>
          <a:bodyPr wrap="square" rtlCol="0">
            <a:spAutoFit/>
          </a:bodyPr>
          <a:lstStyle/>
          <a:p>
            <a:r>
              <a:rPr lang="en-GB" sz="900"/>
              <a:t>Login attempt</a:t>
            </a:r>
          </a:p>
        </p:txBody>
      </p:sp>
      <p:sp>
        <p:nvSpPr>
          <p:cNvPr id="53" name="TextBox 52">
            <a:extLst>
              <a:ext uri="{FF2B5EF4-FFF2-40B4-BE49-F238E27FC236}">
                <a16:creationId xmlns:a16="http://schemas.microsoft.com/office/drawing/2014/main" id="{F5E13D90-6062-DFC9-2914-8C1C5A35AE60}"/>
              </a:ext>
            </a:extLst>
          </p:cNvPr>
          <p:cNvSpPr txBox="1"/>
          <p:nvPr/>
        </p:nvSpPr>
        <p:spPr>
          <a:xfrm>
            <a:off x="4907587" y="4508209"/>
            <a:ext cx="541766" cy="215444"/>
          </a:xfrm>
          <a:prstGeom prst="rect">
            <a:avLst/>
          </a:prstGeom>
          <a:noFill/>
        </p:spPr>
        <p:txBody>
          <a:bodyPr wrap="square" rtlCol="0">
            <a:spAutoFit/>
          </a:bodyPr>
          <a:lstStyle/>
          <a:p>
            <a:r>
              <a:rPr lang="en-GB" sz="800"/>
              <a:t>Login </a:t>
            </a:r>
          </a:p>
        </p:txBody>
      </p:sp>
      <p:sp>
        <p:nvSpPr>
          <p:cNvPr id="56" name="TextBox 55">
            <a:extLst>
              <a:ext uri="{FF2B5EF4-FFF2-40B4-BE49-F238E27FC236}">
                <a16:creationId xmlns:a16="http://schemas.microsoft.com/office/drawing/2014/main" id="{54431FB5-DF14-5888-9986-61DFDB64A0E7}"/>
              </a:ext>
            </a:extLst>
          </p:cNvPr>
          <p:cNvSpPr txBox="1"/>
          <p:nvPr/>
        </p:nvSpPr>
        <p:spPr>
          <a:xfrm>
            <a:off x="2691727" y="4703015"/>
            <a:ext cx="1501271" cy="230832"/>
          </a:xfrm>
          <a:prstGeom prst="rect">
            <a:avLst/>
          </a:prstGeom>
          <a:noFill/>
        </p:spPr>
        <p:txBody>
          <a:bodyPr wrap="square" rtlCol="0">
            <a:spAutoFit/>
          </a:bodyPr>
          <a:lstStyle/>
          <a:p>
            <a:r>
              <a:rPr lang="en-GB" sz="900"/>
              <a:t>Login fail</a:t>
            </a:r>
          </a:p>
        </p:txBody>
      </p:sp>
      <p:cxnSp>
        <p:nvCxnSpPr>
          <p:cNvPr id="57" name="Straight Arrow Connector 56">
            <a:extLst>
              <a:ext uri="{FF2B5EF4-FFF2-40B4-BE49-F238E27FC236}">
                <a16:creationId xmlns:a16="http://schemas.microsoft.com/office/drawing/2014/main" id="{66D726EF-4A04-F5A4-1FB3-087B50E28B7A}"/>
              </a:ext>
            </a:extLst>
          </p:cNvPr>
          <p:cNvCxnSpPr>
            <a:cxnSpLocks/>
          </p:cNvCxnSpPr>
          <p:nvPr/>
        </p:nvCxnSpPr>
        <p:spPr>
          <a:xfrm flipH="1">
            <a:off x="2326285" y="4683517"/>
            <a:ext cx="1422496" cy="312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09" name="TextBox 4108">
            <a:extLst>
              <a:ext uri="{FF2B5EF4-FFF2-40B4-BE49-F238E27FC236}">
                <a16:creationId xmlns:a16="http://schemas.microsoft.com/office/drawing/2014/main" id="{AB739F5B-6F24-BE7E-47F5-ED094AAE3812}"/>
              </a:ext>
            </a:extLst>
          </p:cNvPr>
          <p:cNvSpPr txBox="1"/>
          <p:nvPr/>
        </p:nvSpPr>
        <p:spPr>
          <a:xfrm>
            <a:off x="8391684" y="3213760"/>
            <a:ext cx="1415246" cy="253916"/>
          </a:xfrm>
          <a:prstGeom prst="rect">
            <a:avLst/>
          </a:prstGeom>
          <a:noFill/>
        </p:spPr>
        <p:txBody>
          <a:bodyPr wrap="square" rtlCol="0">
            <a:spAutoFit/>
          </a:bodyPr>
          <a:lstStyle/>
          <a:p>
            <a:r>
              <a:rPr lang="en-GB" sz="1000"/>
              <a:t>Point count storage</a:t>
            </a:r>
          </a:p>
        </p:txBody>
      </p:sp>
      <p:pic>
        <p:nvPicPr>
          <p:cNvPr id="4111" name="Picture 4110">
            <a:extLst>
              <a:ext uri="{FF2B5EF4-FFF2-40B4-BE49-F238E27FC236}">
                <a16:creationId xmlns:a16="http://schemas.microsoft.com/office/drawing/2014/main" id="{0E42F5EE-C4FD-BDF4-60EE-3A2A67414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6491" y="1170005"/>
            <a:ext cx="1222988" cy="714980"/>
          </a:xfrm>
          <a:prstGeom prst="rect">
            <a:avLst/>
          </a:prstGeom>
          <a:noFill/>
          <a:extLst>
            <a:ext uri="{909E8E84-426E-40DD-AFC4-6F175D3DCCD1}">
              <a14:hiddenFill xmlns:a14="http://schemas.microsoft.com/office/drawing/2010/main">
                <a:solidFill>
                  <a:srgbClr val="FFFFFF"/>
                </a:solidFill>
              </a14:hiddenFill>
            </a:ext>
          </a:extLst>
        </p:spPr>
      </p:pic>
      <p:cxnSp>
        <p:nvCxnSpPr>
          <p:cNvPr id="4113" name="Straight Arrow Connector 4112">
            <a:extLst>
              <a:ext uri="{FF2B5EF4-FFF2-40B4-BE49-F238E27FC236}">
                <a16:creationId xmlns:a16="http://schemas.microsoft.com/office/drawing/2014/main" id="{08501B48-8B07-F92A-B30C-71E81C259DF5}"/>
              </a:ext>
            </a:extLst>
          </p:cNvPr>
          <p:cNvCxnSpPr>
            <a:cxnSpLocks/>
          </p:cNvCxnSpPr>
          <p:nvPr/>
        </p:nvCxnSpPr>
        <p:spPr>
          <a:xfrm flipV="1">
            <a:off x="8842019" y="2071776"/>
            <a:ext cx="27781" cy="113696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16" name="TextBox 4115">
            <a:extLst>
              <a:ext uri="{FF2B5EF4-FFF2-40B4-BE49-F238E27FC236}">
                <a16:creationId xmlns:a16="http://schemas.microsoft.com/office/drawing/2014/main" id="{163BEF0F-9509-F477-F663-848AD005D55D}"/>
              </a:ext>
            </a:extLst>
          </p:cNvPr>
          <p:cNvSpPr txBox="1"/>
          <p:nvPr/>
        </p:nvSpPr>
        <p:spPr>
          <a:xfrm>
            <a:off x="8456491" y="1162080"/>
            <a:ext cx="1247078" cy="307777"/>
          </a:xfrm>
          <a:prstGeom prst="rect">
            <a:avLst/>
          </a:prstGeom>
          <a:noFill/>
        </p:spPr>
        <p:txBody>
          <a:bodyPr wrap="square" rtlCol="0">
            <a:spAutoFit/>
          </a:bodyPr>
          <a:lstStyle/>
          <a:p>
            <a:r>
              <a:rPr lang="en-GB" sz="700"/>
              <a:t>Point totalling displaying point count to user</a:t>
            </a:r>
          </a:p>
        </p:txBody>
      </p:sp>
      <p:cxnSp>
        <p:nvCxnSpPr>
          <p:cNvPr id="4150" name="Straight Arrow Connector 4149">
            <a:extLst>
              <a:ext uri="{FF2B5EF4-FFF2-40B4-BE49-F238E27FC236}">
                <a16:creationId xmlns:a16="http://schemas.microsoft.com/office/drawing/2014/main" id="{12A356DD-A2C0-73A7-8DCF-1B5F7D0707B2}"/>
              </a:ext>
            </a:extLst>
          </p:cNvPr>
          <p:cNvCxnSpPr>
            <a:cxnSpLocks/>
          </p:cNvCxnSpPr>
          <p:nvPr/>
        </p:nvCxnSpPr>
        <p:spPr>
          <a:xfrm flipH="1">
            <a:off x="9327527" y="5128077"/>
            <a:ext cx="1041266" cy="220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51" name="Straight Arrow Connector 4150">
            <a:extLst>
              <a:ext uri="{FF2B5EF4-FFF2-40B4-BE49-F238E27FC236}">
                <a16:creationId xmlns:a16="http://schemas.microsoft.com/office/drawing/2014/main" id="{73044F2B-C79B-D536-74F6-22E69B8DC357}"/>
              </a:ext>
            </a:extLst>
          </p:cNvPr>
          <p:cNvCxnSpPr>
            <a:cxnSpLocks/>
          </p:cNvCxnSpPr>
          <p:nvPr/>
        </p:nvCxnSpPr>
        <p:spPr>
          <a:xfrm flipV="1">
            <a:off x="9296097" y="5386351"/>
            <a:ext cx="1041266" cy="2324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157" name="Picture 3">
            <a:extLst>
              <a:ext uri="{FF2B5EF4-FFF2-40B4-BE49-F238E27FC236}">
                <a16:creationId xmlns:a16="http://schemas.microsoft.com/office/drawing/2014/main" id="{8FEF1FF4-351B-D5E4-133F-D5A4A1D235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80515" y="5095435"/>
            <a:ext cx="1811486" cy="304666"/>
          </a:xfrm>
          <a:prstGeom prst="rect">
            <a:avLst/>
          </a:prstGeom>
          <a:noFill/>
          <a:extLst>
            <a:ext uri="{909E8E84-426E-40DD-AFC4-6F175D3DCCD1}">
              <a14:hiddenFill xmlns:a14="http://schemas.microsoft.com/office/drawing/2010/main">
                <a:solidFill>
                  <a:srgbClr val="FFFFFF"/>
                </a:solidFill>
              </a14:hiddenFill>
            </a:ext>
          </a:extLst>
        </p:spPr>
      </p:pic>
      <p:sp>
        <p:nvSpPr>
          <p:cNvPr id="4160" name="TextBox 4159">
            <a:extLst>
              <a:ext uri="{FF2B5EF4-FFF2-40B4-BE49-F238E27FC236}">
                <a16:creationId xmlns:a16="http://schemas.microsoft.com/office/drawing/2014/main" id="{DA22B49D-1704-3A66-AF19-CB3BA5FFD6CF}"/>
              </a:ext>
            </a:extLst>
          </p:cNvPr>
          <p:cNvSpPr txBox="1"/>
          <p:nvPr/>
        </p:nvSpPr>
        <p:spPr>
          <a:xfrm>
            <a:off x="10368793" y="5082176"/>
            <a:ext cx="1938785" cy="253916"/>
          </a:xfrm>
          <a:prstGeom prst="rect">
            <a:avLst/>
          </a:prstGeom>
          <a:noFill/>
        </p:spPr>
        <p:txBody>
          <a:bodyPr wrap="square" rtlCol="0">
            <a:spAutoFit/>
          </a:bodyPr>
          <a:lstStyle/>
          <a:p>
            <a:r>
              <a:rPr lang="en-GB" sz="1050"/>
              <a:t>Activity and language data</a:t>
            </a:r>
          </a:p>
        </p:txBody>
      </p:sp>
      <p:cxnSp>
        <p:nvCxnSpPr>
          <p:cNvPr id="4168" name="Straight Arrow Connector 4167">
            <a:extLst>
              <a:ext uri="{FF2B5EF4-FFF2-40B4-BE49-F238E27FC236}">
                <a16:creationId xmlns:a16="http://schemas.microsoft.com/office/drawing/2014/main" id="{076DFBC9-7B6F-D099-32FB-DCB7E9E12B88}"/>
              </a:ext>
            </a:extLst>
          </p:cNvPr>
          <p:cNvCxnSpPr>
            <a:cxnSpLocks/>
          </p:cNvCxnSpPr>
          <p:nvPr/>
        </p:nvCxnSpPr>
        <p:spPr>
          <a:xfrm flipH="1" flipV="1">
            <a:off x="4251144" y="2965186"/>
            <a:ext cx="1613495" cy="13737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69" name="Straight Arrow Connector 4168">
            <a:extLst>
              <a:ext uri="{FF2B5EF4-FFF2-40B4-BE49-F238E27FC236}">
                <a16:creationId xmlns:a16="http://schemas.microsoft.com/office/drawing/2014/main" id="{A686CA3C-2620-F3D1-466F-AD87450486FB}"/>
              </a:ext>
            </a:extLst>
          </p:cNvPr>
          <p:cNvCxnSpPr>
            <a:cxnSpLocks/>
          </p:cNvCxnSpPr>
          <p:nvPr/>
        </p:nvCxnSpPr>
        <p:spPr>
          <a:xfrm flipV="1">
            <a:off x="6156067" y="3255292"/>
            <a:ext cx="48782" cy="10864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172" name="Picture 2">
            <a:extLst>
              <a:ext uri="{FF2B5EF4-FFF2-40B4-BE49-F238E27FC236}">
                <a16:creationId xmlns:a16="http://schemas.microsoft.com/office/drawing/2014/main" id="{A3FB3A79-25C0-B110-239D-EC907447FE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955" y="2327279"/>
            <a:ext cx="1313429" cy="767853"/>
          </a:xfrm>
          <a:prstGeom prst="rect">
            <a:avLst/>
          </a:prstGeom>
          <a:noFill/>
          <a:extLst>
            <a:ext uri="{909E8E84-426E-40DD-AFC4-6F175D3DCCD1}">
              <a14:hiddenFill xmlns:a14="http://schemas.microsoft.com/office/drawing/2010/main">
                <a:solidFill>
                  <a:srgbClr val="FFFFFF"/>
                </a:solidFill>
              </a14:hiddenFill>
            </a:ext>
          </a:extLst>
        </p:spPr>
      </p:pic>
      <p:sp>
        <p:nvSpPr>
          <p:cNvPr id="4173" name="TextBox 4172">
            <a:extLst>
              <a:ext uri="{FF2B5EF4-FFF2-40B4-BE49-F238E27FC236}">
                <a16:creationId xmlns:a16="http://schemas.microsoft.com/office/drawing/2014/main" id="{A327103C-4CEE-5B9C-F108-8BADEC45F239}"/>
              </a:ext>
            </a:extLst>
          </p:cNvPr>
          <p:cNvSpPr txBox="1"/>
          <p:nvPr/>
        </p:nvSpPr>
        <p:spPr>
          <a:xfrm>
            <a:off x="2878035" y="2320908"/>
            <a:ext cx="1149500" cy="461665"/>
          </a:xfrm>
          <a:prstGeom prst="rect">
            <a:avLst/>
          </a:prstGeom>
          <a:noFill/>
        </p:spPr>
        <p:txBody>
          <a:bodyPr wrap="square" rtlCol="0">
            <a:spAutoFit/>
          </a:bodyPr>
          <a:lstStyle/>
          <a:p>
            <a:r>
              <a:rPr lang="en-GB" sz="1200"/>
              <a:t>Language selector</a:t>
            </a:r>
          </a:p>
        </p:txBody>
      </p:sp>
      <p:sp>
        <p:nvSpPr>
          <p:cNvPr id="20" name="TextBox 19">
            <a:extLst>
              <a:ext uri="{FF2B5EF4-FFF2-40B4-BE49-F238E27FC236}">
                <a16:creationId xmlns:a16="http://schemas.microsoft.com/office/drawing/2014/main" id="{CB3E482C-0139-7A4D-1D1C-AC2553F12AEA}"/>
              </a:ext>
            </a:extLst>
          </p:cNvPr>
          <p:cNvSpPr txBox="1"/>
          <p:nvPr/>
        </p:nvSpPr>
        <p:spPr>
          <a:xfrm>
            <a:off x="6872140" y="4967089"/>
            <a:ext cx="743196" cy="430887"/>
          </a:xfrm>
          <a:prstGeom prst="rect">
            <a:avLst/>
          </a:prstGeom>
          <a:noFill/>
        </p:spPr>
        <p:txBody>
          <a:bodyPr wrap="square" rtlCol="0">
            <a:spAutoFit/>
          </a:bodyPr>
          <a:lstStyle/>
          <a:p>
            <a:r>
              <a:rPr lang="en-GB" sz="1100"/>
              <a:t>Chose module</a:t>
            </a:r>
          </a:p>
        </p:txBody>
      </p:sp>
      <p:sp>
        <p:nvSpPr>
          <p:cNvPr id="22" name="TextBox 21">
            <a:extLst>
              <a:ext uri="{FF2B5EF4-FFF2-40B4-BE49-F238E27FC236}">
                <a16:creationId xmlns:a16="http://schemas.microsoft.com/office/drawing/2014/main" id="{5EDA9F07-C96E-044A-9839-304755763F21}"/>
              </a:ext>
            </a:extLst>
          </p:cNvPr>
          <p:cNvSpPr txBox="1"/>
          <p:nvPr/>
        </p:nvSpPr>
        <p:spPr>
          <a:xfrm>
            <a:off x="4771442" y="3823250"/>
            <a:ext cx="860887" cy="415498"/>
          </a:xfrm>
          <a:prstGeom prst="rect">
            <a:avLst/>
          </a:prstGeom>
          <a:noFill/>
        </p:spPr>
        <p:txBody>
          <a:bodyPr wrap="square" rtlCol="0">
            <a:spAutoFit/>
          </a:bodyPr>
          <a:lstStyle/>
          <a:p>
            <a:r>
              <a:rPr lang="en-GB" sz="1000"/>
              <a:t>Chose languages</a:t>
            </a:r>
          </a:p>
        </p:txBody>
      </p:sp>
      <p:sp>
        <p:nvSpPr>
          <p:cNvPr id="25" name="TextBox 24">
            <a:extLst>
              <a:ext uri="{FF2B5EF4-FFF2-40B4-BE49-F238E27FC236}">
                <a16:creationId xmlns:a16="http://schemas.microsoft.com/office/drawing/2014/main" id="{2EA2A372-B4D8-B573-91CB-CE950556779F}"/>
              </a:ext>
            </a:extLst>
          </p:cNvPr>
          <p:cNvSpPr txBox="1"/>
          <p:nvPr/>
        </p:nvSpPr>
        <p:spPr>
          <a:xfrm>
            <a:off x="3830243" y="4007122"/>
            <a:ext cx="782037" cy="253916"/>
          </a:xfrm>
          <a:prstGeom prst="rect">
            <a:avLst/>
          </a:prstGeom>
          <a:noFill/>
        </p:spPr>
        <p:txBody>
          <a:bodyPr wrap="square" rtlCol="0">
            <a:spAutoFit/>
          </a:bodyPr>
          <a:lstStyle/>
          <a:p>
            <a:r>
              <a:rPr lang="en-GB" sz="1000"/>
              <a:t>validation</a:t>
            </a:r>
          </a:p>
        </p:txBody>
      </p:sp>
      <p:cxnSp>
        <p:nvCxnSpPr>
          <p:cNvPr id="41" name="Straight Arrow Connector 40">
            <a:extLst>
              <a:ext uri="{FF2B5EF4-FFF2-40B4-BE49-F238E27FC236}">
                <a16:creationId xmlns:a16="http://schemas.microsoft.com/office/drawing/2014/main" id="{9418C0D7-4261-57B7-EB43-6C9DFA618E01}"/>
              </a:ext>
            </a:extLst>
          </p:cNvPr>
          <p:cNvCxnSpPr>
            <a:cxnSpLocks/>
          </p:cNvCxnSpPr>
          <p:nvPr/>
        </p:nvCxnSpPr>
        <p:spPr>
          <a:xfrm flipH="1">
            <a:off x="9313965" y="1994303"/>
            <a:ext cx="13562" cy="12279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830756A0-BA7B-48EF-9F8F-BFDE2B397872}"/>
              </a:ext>
            </a:extLst>
          </p:cNvPr>
          <p:cNvSpPr txBox="1"/>
          <p:nvPr/>
        </p:nvSpPr>
        <p:spPr>
          <a:xfrm>
            <a:off x="9178352" y="3641712"/>
            <a:ext cx="929311" cy="600164"/>
          </a:xfrm>
          <a:prstGeom prst="rect">
            <a:avLst/>
          </a:prstGeom>
          <a:noFill/>
        </p:spPr>
        <p:txBody>
          <a:bodyPr wrap="square" rtlCol="0">
            <a:spAutoFit/>
          </a:bodyPr>
          <a:lstStyle/>
          <a:p>
            <a:r>
              <a:rPr lang="en-GB" sz="1100"/>
              <a:t>Retrieve current point total</a:t>
            </a:r>
          </a:p>
        </p:txBody>
      </p:sp>
      <p:sp>
        <p:nvSpPr>
          <p:cNvPr id="58" name="TextBox 57">
            <a:extLst>
              <a:ext uri="{FF2B5EF4-FFF2-40B4-BE49-F238E27FC236}">
                <a16:creationId xmlns:a16="http://schemas.microsoft.com/office/drawing/2014/main" id="{1F145CA1-4C8E-E80F-F03C-31BFD531FFAF}"/>
              </a:ext>
            </a:extLst>
          </p:cNvPr>
          <p:cNvSpPr txBox="1"/>
          <p:nvPr/>
        </p:nvSpPr>
        <p:spPr>
          <a:xfrm>
            <a:off x="7957958" y="2508140"/>
            <a:ext cx="1003483" cy="577081"/>
          </a:xfrm>
          <a:prstGeom prst="rect">
            <a:avLst/>
          </a:prstGeom>
          <a:noFill/>
        </p:spPr>
        <p:txBody>
          <a:bodyPr wrap="square" rtlCol="0">
            <a:spAutoFit/>
          </a:bodyPr>
          <a:lstStyle/>
          <a:p>
            <a:r>
              <a:rPr lang="en-GB" sz="1050"/>
              <a:t>Add gained points to point total</a:t>
            </a:r>
          </a:p>
        </p:txBody>
      </p:sp>
      <p:sp>
        <p:nvSpPr>
          <p:cNvPr id="59" name="TextBox 58">
            <a:extLst>
              <a:ext uri="{FF2B5EF4-FFF2-40B4-BE49-F238E27FC236}">
                <a16:creationId xmlns:a16="http://schemas.microsoft.com/office/drawing/2014/main" id="{F9909EF2-81BF-1A87-CC8F-D457E4E86AC0}"/>
              </a:ext>
            </a:extLst>
          </p:cNvPr>
          <p:cNvSpPr txBox="1"/>
          <p:nvPr/>
        </p:nvSpPr>
        <p:spPr>
          <a:xfrm>
            <a:off x="5772849" y="2196428"/>
            <a:ext cx="1003483" cy="577081"/>
          </a:xfrm>
          <a:prstGeom prst="rect">
            <a:avLst/>
          </a:prstGeom>
          <a:noFill/>
        </p:spPr>
        <p:txBody>
          <a:bodyPr wrap="square" rtlCol="0">
            <a:spAutoFit/>
          </a:bodyPr>
          <a:lstStyle/>
          <a:p>
            <a:r>
              <a:rPr lang="en-GB" sz="1050"/>
              <a:t>Data can be viewed by admins</a:t>
            </a:r>
          </a:p>
        </p:txBody>
      </p:sp>
      <p:sp>
        <p:nvSpPr>
          <p:cNvPr id="60" name="TextBox 59">
            <a:extLst>
              <a:ext uri="{FF2B5EF4-FFF2-40B4-BE49-F238E27FC236}">
                <a16:creationId xmlns:a16="http://schemas.microsoft.com/office/drawing/2014/main" id="{10AD513B-B309-C332-E066-0BAEF9C7534B}"/>
              </a:ext>
            </a:extLst>
          </p:cNvPr>
          <p:cNvSpPr txBox="1"/>
          <p:nvPr/>
        </p:nvSpPr>
        <p:spPr>
          <a:xfrm>
            <a:off x="9467513" y="2575420"/>
            <a:ext cx="1003483" cy="430887"/>
          </a:xfrm>
          <a:prstGeom prst="rect">
            <a:avLst/>
          </a:prstGeom>
          <a:noFill/>
        </p:spPr>
        <p:txBody>
          <a:bodyPr wrap="square" rtlCol="0">
            <a:spAutoFit/>
          </a:bodyPr>
          <a:lstStyle/>
          <a:p>
            <a:r>
              <a:rPr lang="en-GB" sz="1050"/>
              <a:t>Save new point total</a:t>
            </a:r>
          </a:p>
        </p:txBody>
      </p:sp>
      <p:sp>
        <p:nvSpPr>
          <p:cNvPr id="61" name="TextBox 60">
            <a:extLst>
              <a:ext uri="{FF2B5EF4-FFF2-40B4-BE49-F238E27FC236}">
                <a16:creationId xmlns:a16="http://schemas.microsoft.com/office/drawing/2014/main" id="{4D3E77CC-D4C3-01D9-E9D6-51BAD3EF1D6D}"/>
              </a:ext>
            </a:extLst>
          </p:cNvPr>
          <p:cNvSpPr txBox="1"/>
          <p:nvPr/>
        </p:nvSpPr>
        <p:spPr>
          <a:xfrm>
            <a:off x="4292733" y="2044410"/>
            <a:ext cx="860887" cy="707886"/>
          </a:xfrm>
          <a:prstGeom prst="rect">
            <a:avLst/>
          </a:prstGeom>
          <a:noFill/>
        </p:spPr>
        <p:txBody>
          <a:bodyPr wrap="square" rtlCol="0">
            <a:spAutoFit/>
          </a:bodyPr>
          <a:lstStyle/>
          <a:p>
            <a:r>
              <a:rPr lang="en-GB" sz="1000"/>
              <a:t>Chosen</a:t>
            </a:r>
          </a:p>
          <a:p>
            <a:r>
              <a:rPr lang="en-GB" sz="1000"/>
              <a:t>Language send to database</a:t>
            </a:r>
          </a:p>
        </p:txBody>
      </p:sp>
      <p:sp>
        <p:nvSpPr>
          <p:cNvPr id="62" name="TextBox 61">
            <a:extLst>
              <a:ext uri="{FF2B5EF4-FFF2-40B4-BE49-F238E27FC236}">
                <a16:creationId xmlns:a16="http://schemas.microsoft.com/office/drawing/2014/main" id="{A0AC317D-E1F8-CA87-F7D6-1DA29FB7A787}"/>
              </a:ext>
            </a:extLst>
          </p:cNvPr>
          <p:cNvSpPr txBox="1"/>
          <p:nvPr/>
        </p:nvSpPr>
        <p:spPr>
          <a:xfrm>
            <a:off x="9449199" y="4514763"/>
            <a:ext cx="1431163" cy="400110"/>
          </a:xfrm>
          <a:prstGeom prst="rect">
            <a:avLst/>
          </a:prstGeom>
          <a:noFill/>
        </p:spPr>
        <p:txBody>
          <a:bodyPr wrap="square" rtlCol="0">
            <a:spAutoFit/>
          </a:bodyPr>
          <a:lstStyle/>
          <a:p>
            <a:r>
              <a:rPr lang="en-GB" sz="1000"/>
              <a:t>sending activity data for chosen language</a:t>
            </a:r>
          </a:p>
        </p:txBody>
      </p:sp>
      <p:sp>
        <p:nvSpPr>
          <p:cNvPr id="4097" name="TextBox 4096">
            <a:extLst>
              <a:ext uri="{FF2B5EF4-FFF2-40B4-BE49-F238E27FC236}">
                <a16:creationId xmlns:a16="http://schemas.microsoft.com/office/drawing/2014/main" id="{C587F714-2952-CF85-794B-C562727C3600}"/>
              </a:ext>
            </a:extLst>
          </p:cNvPr>
          <p:cNvSpPr txBox="1"/>
          <p:nvPr/>
        </p:nvSpPr>
        <p:spPr>
          <a:xfrm>
            <a:off x="9449198" y="5487192"/>
            <a:ext cx="1431163" cy="553998"/>
          </a:xfrm>
          <a:prstGeom prst="rect">
            <a:avLst/>
          </a:prstGeom>
          <a:noFill/>
        </p:spPr>
        <p:txBody>
          <a:bodyPr wrap="square" rtlCol="0">
            <a:spAutoFit/>
          </a:bodyPr>
          <a:lstStyle/>
          <a:p>
            <a:r>
              <a:rPr lang="en-GB" sz="1000"/>
              <a:t>Retrieving activity data for chosen language</a:t>
            </a:r>
          </a:p>
        </p:txBody>
      </p:sp>
      <p:sp>
        <p:nvSpPr>
          <p:cNvPr id="4106" name="TextBox 4105">
            <a:extLst>
              <a:ext uri="{FF2B5EF4-FFF2-40B4-BE49-F238E27FC236}">
                <a16:creationId xmlns:a16="http://schemas.microsoft.com/office/drawing/2014/main" id="{7434ECC2-2AE5-E439-6B22-A240C92C7355}"/>
              </a:ext>
            </a:extLst>
          </p:cNvPr>
          <p:cNvSpPr txBox="1"/>
          <p:nvPr/>
        </p:nvSpPr>
        <p:spPr>
          <a:xfrm>
            <a:off x="5440861" y="3315652"/>
            <a:ext cx="892082" cy="646331"/>
          </a:xfrm>
          <a:prstGeom prst="rect">
            <a:avLst/>
          </a:prstGeom>
          <a:noFill/>
        </p:spPr>
        <p:txBody>
          <a:bodyPr wrap="square" rtlCol="0">
            <a:spAutoFit/>
          </a:bodyPr>
          <a:lstStyle/>
          <a:p>
            <a:r>
              <a:rPr lang="en-GB" sz="900"/>
              <a:t>Use data constantly set to database</a:t>
            </a:r>
          </a:p>
        </p:txBody>
      </p:sp>
      <p:sp>
        <p:nvSpPr>
          <p:cNvPr id="4107" name="TextBox 4106">
            <a:extLst>
              <a:ext uri="{FF2B5EF4-FFF2-40B4-BE49-F238E27FC236}">
                <a16:creationId xmlns:a16="http://schemas.microsoft.com/office/drawing/2014/main" id="{F1AC7410-374D-F5B1-3DA0-8680B62B689D}"/>
              </a:ext>
            </a:extLst>
          </p:cNvPr>
          <p:cNvSpPr txBox="1"/>
          <p:nvPr/>
        </p:nvSpPr>
        <p:spPr>
          <a:xfrm>
            <a:off x="7658416" y="4026761"/>
            <a:ext cx="860887" cy="553998"/>
          </a:xfrm>
          <a:prstGeom prst="rect">
            <a:avLst/>
          </a:prstGeom>
          <a:noFill/>
        </p:spPr>
        <p:txBody>
          <a:bodyPr wrap="square" rtlCol="0">
            <a:spAutoFit/>
          </a:bodyPr>
          <a:lstStyle/>
          <a:p>
            <a:r>
              <a:rPr lang="en-GB" sz="1000"/>
              <a:t>Sent chosen language</a:t>
            </a:r>
          </a:p>
        </p:txBody>
      </p:sp>
      <p:sp>
        <p:nvSpPr>
          <p:cNvPr id="4108" name="TextBox 4107">
            <a:extLst>
              <a:ext uri="{FF2B5EF4-FFF2-40B4-BE49-F238E27FC236}">
                <a16:creationId xmlns:a16="http://schemas.microsoft.com/office/drawing/2014/main" id="{361337A8-2F45-67C6-99FE-ECCB8623A591}"/>
              </a:ext>
            </a:extLst>
          </p:cNvPr>
          <p:cNvSpPr txBox="1"/>
          <p:nvPr/>
        </p:nvSpPr>
        <p:spPr>
          <a:xfrm>
            <a:off x="7328606" y="1784123"/>
            <a:ext cx="860887" cy="707886"/>
          </a:xfrm>
          <a:prstGeom prst="rect">
            <a:avLst/>
          </a:prstGeom>
          <a:noFill/>
        </p:spPr>
        <p:txBody>
          <a:bodyPr wrap="square" rtlCol="0">
            <a:spAutoFit/>
          </a:bodyPr>
          <a:lstStyle/>
          <a:p>
            <a:r>
              <a:rPr lang="en-GB" sz="1000"/>
              <a:t>Displaying point total on user screen</a:t>
            </a:r>
          </a:p>
        </p:txBody>
      </p:sp>
      <p:sp>
        <p:nvSpPr>
          <p:cNvPr id="4117" name="TextBox 4116">
            <a:extLst>
              <a:ext uri="{FF2B5EF4-FFF2-40B4-BE49-F238E27FC236}">
                <a16:creationId xmlns:a16="http://schemas.microsoft.com/office/drawing/2014/main" id="{2176C451-8CD5-BE80-3E5E-7907D4644ECE}"/>
              </a:ext>
            </a:extLst>
          </p:cNvPr>
          <p:cNvSpPr txBox="1"/>
          <p:nvPr/>
        </p:nvSpPr>
        <p:spPr>
          <a:xfrm>
            <a:off x="6537241" y="1471749"/>
            <a:ext cx="1003483" cy="577081"/>
          </a:xfrm>
          <a:prstGeom prst="rect">
            <a:avLst/>
          </a:prstGeom>
          <a:noFill/>
        </p:spPr>
        <p:txBody>
          <a:bodyPr wrap="square" rtlCol="0">
            <a:spAutoFit/>
          </a:bodyPr>
          <a:lstStyle/>
          <a:p>
            <a:r>
              <a:rPr lang="en-GB" sz="1050"/>
              <a:t>Point data can be viewed</a:t>
            </a:r>
          </a:p>
        </p:txBody>
      </p:sp>
      <p:cxnSp>
        <p:nvCxnSpPr>
          <p:cNvPr id="4118" name="Straight Arrow Connector 4117">
            <a:extLst>
              <a:ext uri="{FF2B5EF4-FFF2-40B4-BE49-F238E27FC236}">
                <a16:creationId xmlns:a16="http://schemas.microsoft.com/office/drawing/2014/main" id="{945C9A9C-DCC8-74F6-F1DF-947F370FF54E}"/>
              </a:ext>
            </a:extLst>
          </p:cNvPr>
          <p:cNvCxnSpPr>
            <a:cxnSpLocks/>
            <a:stCxn id="46" idx="1"/>
          </p:cNvCxnSpPr>
          <p:nvPr/>
        </p:nvCxnSpPr>
        <p:spPr>
          <a:xfrm flipH="1" flipV="1">
            <a:off x="5982073" y="1595186"/>
            <a:ext cx="2227492" cy="17700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22" name="TextBox 4121">
            <a:extLst>
              <a:ext uri="{FF2B5EF4-FFF2-40B4-BE49-F238E27FC236}">
                <a16:creationId xmlns:a16="http://schemas.microsoft.com/office/drawing/2014/main" id="{9AD87EC0-4293-6A66-A03C-5099FF42A8D2}"/>
              </a:ext>
            </a:extLst>
          </p:cNvPr>
          <p:cNvSpPr txBox="1"/>
          <p:nvPr/>
        </p:nvSpPr>
        <p:spPr>
          <a:xfrm>
            <a:off x="924434" y="4463731"/>
            <a:ext cx="766953" cy="369332"/>
          </a:xfrm>
          <a:prstGeom prst="rect">
            <a:avLst/>
          </a:prstGeom>
          <a:noFill/>
        </p:spPr>
        <p:txBody>
          <a:bodyPr wrap="square" rtlCol="0">
            <a:spAutoFit/>
          </a:bodyPr>
          <a:lstStyle/>
          <a:p>
            <a:r>
              <a:rPr lang="en-GB"/>
              <a:t>start</a:t>
            </a:r>
          </a:p>
        </p:txBody>
      </p:sp>
      <p:sp>
        <p:nvSpPr>
          <p:cNvPr id="18" name="TextBox 17">
            <a:extLst>
              <a:ext uri="{FF2B5EF4-FFF2-40B4-BE49-F238E27FC236}">
                <a16:creationId xmlns:a16="http://schemas.microsoft.com/office/drawing/2014/main" id="{47CBDC20-2BB7-6C76-B896-998790C75737}"/>
              </a:ext>
            </a:extLst>
          </p:cNvPr>
          <p:cNvSpPr txBox="1"/>
          <p:nvPr/>
        </p:nvSpPr>
        <p:spPr>
          <a:xfrm>
            <a:off x="0" y="5873512"/>
            <a:ext cx="4133910" cy="923330"/>
          </a:xfrm>
          <a:prstGeom prst="rect">
            <a:avLst/>
          </a:prstGeom>
          <a:noFill/>
        </p:spPr>
        <p:txBody>
          <a:bodyPr wrap="square" rtlCol="0">
            <a:spAutoFit/>
          </a:bodyPr>
          <a:lstStyle/>
          <a:p>
            <a:r>
              <a:rPr lang="en-GB"/>
              <a:t>It would be even harder to read with additional annotations so they are given in the notes</a:t>
            </a:r>
          </a:p>
        </p:txBody>
      </p:sp>
    </p:spTree>
    <p:extLst>
      <p:ext uri="{BB962C8B-B14F-4D97-AF65-F5344CB8AC3E}">
        <p14:creationId xmlns:p14="http://schemas.microsoft.com/office/powerpoint/2010/main" val="1630608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DEA2C-4E02-75B3-3AD9-61C28A6082DD}"/>
              </a:ext>
            </a:extLst>
          </p:cNvPr>
          <p:cNvSpPr>
            <a:spLocks noGrp="1"/>
          </p:cNvSpPr>
          <p:nvPr>
            <p:ph type="title"/>
          </p:nvPr>
        </p:nvSpPr>
        <p:spPr>
          <a:xfrm>
            <a:off x="114274" y="27470"/>
            <a:ext cx="10515600" cy="1325563"/>
          </a:xfrm>
        </p:spPr>
        <p:txBody>
          <a:bodyPr/>
          <a:lstStyle/>
          <a:p>
            <a:r>
              <a:rPr lang="en-GB"/>
              <a:t>Ui of the main page - wireframe </a:t>
            </a:r>
          </a:p>
        </p:txBody>
      </p:sp>
      <p:grpSp>
        <p:nvGrpSpPr>
          <p:cNvPr id="4" name="Group 3">
            <a:extLst>
              <a:ext uri="{FF2B5EF4-FFF2-40B4-BE49-F238E27FC236}">
                <a16:creationId xmlns:a16="http://schemas.microsoft.com/office/drawing/2014/main" id="{A98ED257-DACE-6FCD-E6D0-27F3A0B97648}"/>
              </a:ext>
            </a:extLst>
          </p:cNvPr>
          <p:cNvGrpSpPr/>
          <p:nvPr/>
        </p:nvGrpSpPr>
        <p:grpSpPr>
          <a:xfrm>
            <a:off x="2921534" y="1420418"/>
            <a:ext cx="6095671" cy="4933488"/>
            <a:chOff x="0" y="0"/>
            <a:chExt cx="6115050" cy="5010150"/>
          </a:xfrm>
        </p:grpSpPr>
        <p:sp>
          <p:nvSpPr>
            <p:cNvPr id="5" name="Rectangle 4">
              <a:extLst>
                <a:ext uri="{FF2B5EF4-FFF2-40B4-BE49-F238E27FC236}">
                  <a16:creationId xmlns:a16="http://schemas.microsoft.com/office/drawing/2014/main" id="{C852D51B-6722-E90B-A7F3-9D7478D9B2B0}"/>
                </a:ext>
              </a:extLst>
            </p:cNvPr>
            <p:cNvSpPr/>
            <p:nvPr/>
          </p:nvSpPr>
          <p:spPr>
            <a:xfrm>
              <a:off x="2705100" y="4552950"/>
              <a:ext cx="819150" cy="409575"/>
            </a:xfrm>
            <a:prstGeom prst="rect">
              <a:avLst/>
            </a:prstGeom>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6" name="Rectangle 5">
              <a:extLst>
                <a:ext uri="{FF2B5EF4-FFF2-40B4-BE49-F238E27FC236}">
                  <a16:creationId xmlns:a16="http://schemas.microsoft.com/office/drawing/2014/main" id="{682E9596-E9E5-23B5-D0DB-01A9904FCF36}"/>
                </a:ext>
              </a:extLst>
            </p:cNvPr>
            <p:cNvSpPr/>
            <p:nvPr/>
          </p:nvSpPr>
          <p:spPr>
            <a:xfrm>
              <a:off x="0" y="0"/>
              <a:ext cx="6115050" cy="4552950"/>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nvGrpSpPr>
            <p:cNvPr id="7" name="Group 6">
              <a:extLst>
                <a:ext uri="{FF2B5EF4-FFF2-40B4-BE49-F238E27FC236}">
                  <a16:creationId xmlns:a16="http://schemas.microsoft.com/office/drawing/2014/main" id="{5AC162A9-7B23-663F-31E9-84B00195564F}"/>
                </a:ext>
              </a:extLst>
            </p:cNvPr>
            <p:cNvGrpSpPr/>
            <p:nvPr/>
          </p:nvGrpSpPr>
          <p:grpSpPr>
            <a:xfrm>
              <a:off x="123825" y="142875"/>
              <a:ext cx="5848350" cy="4114800"/>
              <a:chOff x="0" y="0"/>
              <a:chExt cx="5848350" cy="4114800"/>
            </a:xfrm>
          </p:grpSpPr>
          <p:sp>
            <p:nvSpPr>
              <p:cNvPr id="9" name="Rounded Rectangle 2">
                <a:extLst>
                  <a:ext uri="{FF2B5EF4-FFF2-40B4-BE49-F238E27FC236}">
                    <a16:creationId xmlns:a16="http://schemas.microsoft.com/office/drawing/2014/main" id="{5E6912F4-E625-FDD4-BD43-557C7593F36B}"/>
                  </a:ext>
                </a:extLst>
              </p:cNvPr>
              <p:cNvSpPr/>
              <p:nvPr/>
            </p:nvSpPr>
            <p:spPr>
              <a:xfrm>
                <a:off x="0" y="0"/>
                <a:ext cx="5848350" cy="4114800"/>
              </a:xfrm>
              <a:prstGeom prst="roundRect">
                <a:avLst>
                  <a:gd name="adj" fmla="val 2316"/>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0" name="Rounded Rectangle 3">
                <a:extLst>
                  <a:ext uri="{FF2B5EF4-FFF2-40B4-BE49-F238E27FC236}">
                    <a16:creationId xmlns:a16="http://schemas.microsoft.com/office/drawing/2014/main" id="{C0903328-5490-399C-E00C-618A9A37463F}"/>
                  </a:ext>
                </a:extLst>
              </p:cNvPr>
              <p:cNvSpPr/>
              <p:nvPr/>
            </p:nvSpPr>
            <p:spPr>
              <a:xfrm>
                <a:off x="556260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1" name="Rounded Rectangle 4">
                <a:extLst>
                  <a:ext uri="{FF2B5EF4-FFF2-40B4-BE49-F238E27FC236}">
                    <a16:creationId xmlns:a16="http://schemas.microsoft.com/office/drawing/2014/main" id="{0F5727E4-2268-6F1F-989F-351AC446E070}"/>
                  </a:ext>
                </a:extLst>
              </p:cNvPr>
              <p:cNvSpPr/>
              <p:nvPr/>
            </p:nvSpPr>
            <p:spPr>
              <a:xfrm>
                <a:off x="531495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2" name="Rounded Rectangle 5">
                <a:extLst>
                  <a:ext uri="{FF2B5EF4-FFF2-40B4-BE49-F238E27FC236}">
                    <a16:creationId xmlns:a16="http://schemas.microsoft.com/office/drawing/2014/main" id="{99842D82-D7F9-E477-6DA1-C5267753EEE4}"/>
                  </a:ext>
                </a:extLst>
              </p:cNvPr>
              <p:cNvSpPr/>
              <p:nvPr/>
            </p:nvSpPr>
            <p:spPr>
              <a:xfrm>
                <a:off x="508635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cxnSp>
            <p:nvCxnSpPr>
              <p:cNvPr id="13" name="Straight Connector 12">
                <a:extLst>
                  <a:ext uri="{FF2B5EF4-FFF2-40B4-BE49-F238E27FC236}">
                    <a16:creationId xmlns:a16="http://schemas.microsoft.com/office/drawing/2014/main" id="{00C40D24-D135-5D1D-8A40-CE36820FAAC3}"/>
                  </a:ext>
                </a:extLst>
              </p:cNvPr>
              <p:cNvCxnSpPr/>
              <p:nvPr/>
            </p:nvCxnSpPr>
            <p:spPr>
              <a:xfrm>
                <a:off x="0" y="352425"/>
                <a:ext cx="5848350" cy="0"/>
              </a:xfrm>
              <a:prstGeom prst="line">
                <a:avLst/>
              </a:prstGeom>
              <a:ln/>
            </p:spPr>
            <p:style>
              <a:lnRef idx="1">
                <a:schemeClr val="dk1"/>
              </a:lnRef>
              <a:fillRef idx="0">
                <a:schemeClr val="dk1"/>
              </a:fillRef>
              <a:effectRef idx="0">
                <a:schemeClr val="dk1"/>
              </a:effectRef>
              <a:fontRef idx="minor">
                <a:schemeClr val="tx1"/>
              </a:fontRef>
            </p:style>
          </p:cxnSp>
          <p:grpSp>
            <p:nvGrpSpPr>
              <p:cNvPr id="14" name="Group 13">
                <a:extLst>
                  <a:ext uri="{FF2B5EF4-FFF2-40B4-BE49-F238E27FC236}">
                    <a16:creationId xmlns:a16="http://schemas.microsoft.com/office/drawing/2014/main" id="{94F7BE1E-06AE-29D4-05B1-7F25567B297A}"/>
                  </a:ext>
                </a:extLst>
              </p:cNvPr>
              <p:cNvGrpSpPr/>
              <p:nvPr/>
            </p:nvGrpSpPr>
            <p:grpSpPr>
              <a:xfrm rot="2700000">
                <a:off x="5572125" y="104775"/>
                <a:ext cx="147956" cy="147955"/>
                <a:chOff x="0" y="0"/>
                <a:chExt cx="3313748" cy="3313748"/>
              </a:xfrm>
            </p:grpSpPr>
            <p:sp>
              <p:nvSpPr>
                <p:cNvPr id="19" name="Rectangle 18">
                  <a:extLst>
                    <a:ext uri="{FF2B5EF4-FFF2-40B4-BE49-F238E27FC236}">
                      <a16:creationId xmlns:a16="http://schemas.microsoft.com/office/drawing/2014/main" id="{0B3B3D0E-380D-1A4A-B932-992C44AE6452}"/>
                    </a:ext>
                  </a:extLst>
                </p:cNvPr>
                <p:cNvSpPr/>
                <p:nvPr/>
              </p:nvSpPr>
              <p:spPr>
                <a:xfrm>
                  <a:off x="1318736" y="0"/>
                  <a:ext cx="676275" cy="331374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20" name="Rectangle 19">
                  <a:extLst>
                    <a:ext uri="{FF2B5EF4-FFF2-40B4-BE49-F238E27FC236}">
                      <a16:creationId xmlns:a16="http://schemas.microsoft.com/office/drawing/2014/main" id="{9E9AF7FC-1567-31C0-9423-060F82584638}"/>
                    </a:ext>
                  </a:extLst>
                </p:cNvPr>
                <p:cNvSpPr/>
                <p:nvPr/>
              </p:nvSpPr>
              <p:spPr>
                <a:xfrm rot="5400000">
                  <a:off x="1318736" y="0"/>
                  <a:ext cx="676275" cy="331374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grpSp>
            <p:nvGrpSpPr>
              <p:cNvPr id="15" name="Group 14">
                <a:extLst>
                  <a:ext uri="{FF2B5EF4-FFF2-40B4-BE49-F238E27FC236}">
                    <a16:creationId xmlns:a16="http://schemas.microsoft.com/office/drawing/2014/main" id="{6F8DE8CF-94B0-6641-C033-2BF9BA43903C}"/>
                  </a:ext>
                </a:extLst>
              </p:cNvPr>
              <p:cNvGrpSpPr/>
              <p:nvPr/>
            </p:nvGrpSpPr>
            <p:grpSpPr>
              <a:xfrm>
                <a:off x="5353050" y="123825"/>
                <a:ext cx="97737" cy="97233"/>
                <a:chOff x="0" y="0"/>
                <a:chExt cx="157277" cy="156744"/>
              </a:xfrm>
            </p:grpSpPr>
            <p:sp>
              <p:nvSpPr>
                <p:cNvPr id="17" name="Rectangle 16">
                  <a:extLst>
                    <a:ext uri="{FF2B5EF4-FFF2-40B4-BE49-F238E27FC236}">
                      <a16:creationId xmlns:a16="http://schemas.microsoft.com/office/drawing/2014/main" id="{6BA4019E-1142-1FB9-6A8C-AA57AA6F42DB}"/>
                    </a:ext>
                  </a:extLst>
                </p:cNvPr>
                <p:cNvSpPr/>
                <p:nvPr/>
              </p:nvSpPr>
              <p:spPr>
                <a:xfrm>
                  <a:off x="32919" y="0"/>
                  <a:ext cx="124358" cy="124358"/>
                </a:xfrm>
                <a:prstGeom prst="rect">
                  <a:avLst/>
                </a:prstGeom>
                <a:solidFill>
                  <a:schemeClr val="bg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8" name="Rectangle 17">
                  <a:extLst>
                    <a:ext uri="{FF2B5EF4-FFF2-40B4-BE49-F238E27FC236}">
                      <a16:creationId xmlns:a16="http://schemas.microsoft.com/office/drawing/2014/main" id="{41801C3A-73F4-AFF2-669D-D353EA206018}"/>
                    </a:ext>
                  </a:extLst>
                </p:cNvPr>
                <p:cNvSpPr/>
                <p:nvPr/>
              </p:nvSpPr>
              <p:spPr>
                <a:xfrm>
                  <a:off x="0" y="32919"/>
                  <a:ext cx="123825" cy="123825"/>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sp>
            <p:nvSpPr>
              <p:cNvPr id="16" name="Rectangle 15">
                <a:extLst>
                  <a:ext uri="{FF2B5EF4-FFF2-40B4-BE49-F238E27FC236}">
                    <a16:creationId xmlns:a16="http://schemas.microsoft.com/office/drawing/2014/main" id="{F896E980-B2CA-C917-A392-84F1A514329F}"/>
                  </a:ext>
                </a:extLst>
              </p:cNvPr>
              <p:cNvSpPr/>
              <p:nvPr/>
            </p:nvSpPr>
            <p:spPr>
              <a:xfrm>
                <a:off x="5124450" y="190500"/>
                <a:ext cx="106070" cy="45719"/>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sp>
          <p:nvSpPr>
            <p:cNvPr id="8" name="Oval 7">
              <a:extLst>
                <a:ext uri="{FF2B5EF4-FFF2-40B4-BE49-F238E27FC236}">
                  <a16:creationId xmlns:a16="http://schemas.microsoft.com/office/drawing/2014/main" id="{0A81BB24-45F2-3E2B-C66D-EFD77D92E5E8}"/>
                </a:ext>
              </a:extLst>
            </p:cNvPr>
            <p:cNvSpPr/>
            <p:nvPr/>
          </p:nvSpPr>
          <p:spPr>
            <a:xfrm>
              <a:off x="866775" y="4810125"/>
              <a:ext cx="4514850" cy="200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sp>
        <p:nvSpPr>
          <p:cNvPr id="21" name="TextBox 20">
            <a:extLst>
              <a:ext uri="{FF2B5EF4-FFF2-40B4-BE49-F238E27FC236}">
                <a16:creationId xmlns:a16="http://schemas.microsoft.com/office/drawing/2014/main" id="{4318E3F2-E007-A18A-B176-7C3416BB1D63}"/>
              </a:ext>
            </a:extLst>
          </p:cNvPr>
          <p:cNvSpPr txBox="1"/>
          <p:nvPr/>
        </p:nvSpPr>
        <p:spPr>
          <a:xfrm>
            <a:off x="7984204" y="1964849"/>
            <a:ext cx="888124"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a:solidFill>
                  <a:schemeClr val="bg1"/>
                </a:solidFill>
                <a:latin typeface="Rockwell" panose="02060603020205020403" pitchFamily="18" charset="0"/>
              </a:rPr>
              <a:t>Profile</a:t>
            </a:r>
          </a:p>
        </p:txBody>
      </p:sp>
      <p:sp>
        <p:nvSpPr>
          <p:cNvPr id="22" name="TextBox 21">
            <a:extLst>
              <a:ext uri="{FF2B5EF4-FFF2-40B4-BE49-F238E27FC236}">
                <a16:creationId xmlns:a16="http://schemas.microsoft.com/office/drawing/2014/main" id="{F2A96318-1D62-0E25-7E94-CA7EB510A42A}"/>
              </a:ext>
            </a:extLst>
          </p:cNvPr>
          <p:cNvSpPr txBox="1"/>
          <p:nvPr/>
        </p:nvSpPr>
        <p:spPr>
          <a:xfrm>
            <a:off x="3074198" y="1920375"/>
            <a:ext cx="149586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a:solidFill>
                  <a:schemeClr val="bg1"/>
                </a:solidFill>
                <a:latin typeface="Rockwell" panose="02060603020205020403" pitchFamily="18" charset="0"/>
              </a:rPr>
              <a:t>Name+ logo</a:t>
            </a:r>
          </a:p>
        </p:txBody>
      </p:sp>
      <p:sp>
        <p:nvSpPr>
          <p:cNvPr id="23" name="TextBox 22">
            <a:extLst>
              <a:ext uri="{FF2B5EF4-FFF2-40B4-BE49-F238E27FC236}">
                <a16:creationId xmlns:a16="http://schemas.microsoft.com/office/drawing/2014/main" id="{DD00D7E1-4DCA-4C37-FE5C-E00D0D3E6210}"/>
              </a:ext>
            </a:extLst>
          </p:cNvPr>
          <p:cNvSpPr txBox="1"/>
          <p:nvPr/>
        </p:nvSpPr>
        <p:spPr>
          <a:xfrm>
            <a:off x="7101552" y="1984389"/>
            <a:ext cx="847113" cy="33855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1600">
                <a:solidFill>
                  <a:schemeClr val="bg1"/>
                </a:solidFill>
                <a:latin typeface="Rockwell" panose="02060603020205020403" pitchFamily="18" charset="0"/>
              </a:rPr>
              <a:t>Points:</a:t>
            </a:r>
          </a:p>
        </p:txBody>
      </p:sp>
      <p:sp>
        <p:nvSpPr>
          <p:cNvPr id="24" name="TextBox 23">
            <a:extLst>
              <a:ext uri="{FF2B5EF4-FFF2-40B4-BE49-F238E27FC236}">
                <a16:creationId xmlns:a16="http://schemas.microsoft.com/office/drawing/2014/main" id="{550F5866-B6C2-A521-07D2-275EDFB0A45C}"/>
              </a:ext>
            </a:extLst>
          </p:cNvPr>
          <p:cNvSpPr txBox="1"/>
          <p:nvPr/>
        </p:nvSpPr>
        <p:spPr>
          <a:xfrm>
            <a:off x="2989277" y="2360408"/>
            <a:ext cx="1377172" cy="276999"/>
          </a:xfrm>
          <a:prstGeom prst="rect">
            <a:avLst/>
          </a:prstGeom>
          <a:noFill/>
        </p:spPr>
        <p:txBody>
          <a:bodyPr wrap="square" rtlCol="0">
            <a:spAutoFit/>
          </a:bodyPr>
          <a:lstStyle/>
          <a:p>
            <a:r>
              <a:rPr lang="en-GB" sz="1200" b="1" u="sng">
                <a:solidFill>
                  <a:schemeClr val="bg1"/>
                </a:solidFill>
                <a:latin typeface="Rockwell" panose="02060603020205020403" pitchFamily="18" charset="0"/>
              </a:rPr>
              <a:t>Course chooser</a:t>
            </a:r>
          </a:p>
        </p:txBody>
      </p:sp>
      <p:sp>
        <p:nvSpPr>
          <p:cNvPr id="25" name="TextBox 24">
            <a:extLst>
              <a:ext uri="{FF2B5EF4-FFF2-40B4-BE49-F238E27FC236}">
                <a16:creationId xmlns:a16="http://schemas.microsoft.com/office/drawing/2014/main" id="{D3BE7B4C-C173-9629-35A6-6A73F98B51CA}"/>
              </a:ext>
            </a:extLst>
          </p:cNvPr>
          <p:cNvSpPr txBox="1"/>
          <p:nvPr/>
        </p:nvSpPr>
        <p:spPr>
          <a:xfrm>
            <a:off x="4680252" y="1925707"/>
            <a:ext cx="888125"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a:solidFill>
                  <a:schemeClr val="bg1"/>
                </a:solidFill>
                <a:latin typeface="Rockwell" panose="02060603020205020403" pitchFamily="18" charset="0"/>
              </a:rPr>
              <a:t>Admin </a:t>
            </a:r>
          </a:p>
        </p:txBody>
      </p:sp>
      <p:sp>
        <p:nvSpPr>
          <p:cNvPr id="26" name="TextBox 25">
            <a:extLst>
              <a:ext uri="{FF2B5EF4-FFF2-40B4-BE49-F238E27FC236}">
                <a16:creationId xmlns:a16="http://schemas.microsoft.com/office/drawing/2014/main" id="{2159F1D7-D3A8-972D-491C-4A905097D11B}"/>
              </a:ext>
            </a:extLst>
          </p:cNvPr>
          <p:cNvSpPr txBox="1"/>
          <p:nvPr/>
        </p:nvSpPr>
        <p:spPr>
          <a:xfrm>
            <a:off x="4350385" y="2402403"/>
            <a:ext cx="2464515" cy="369332"/>
          </a:xfrm>
          <a:prstGeom prst="rect">
            <a:avLst/>
          </a:prstGeom>
          <a:noFill/>
        </p:spPr>
        <p:txBody>
          <a:bodyPr wrap="square" rtlCol="0">
            <a:spAutoFit/>
          </a:bodyPr>
          <a:lstStyle/>
          <a:p>
            <a:r>
              <a:rPr lang="en-GB">
                <a:solidFill>
                  <a:schemeClr val="bg1"/>
                </a:solidFill>
                <a:latin typeface="Rockwell" panose="02060603020205020403" pitchFamily="18" charset="0"/>
              </a:rPr>
              <a:t>Available modules</a:t>
            </a:r>
          </a:p>
        </p:txBody>
      </p:sp>
      <p:sp>
        <p:nvSpPr>
          <p:cNvPr id="27" name="TextBox 26">
            <a:extLst>
              <a:ext uri="{FF2B5EF4-FFF2-40B4-BE49-F238E27FC236}">
                <a16:creationId xmlns:a16="http://schemas.microsoft.com/office/drawing/2014/main" id="{36F9AE7D-D46F-FF6E-B3E1-0C0A9BCA99BF}"/>
              </a:ext>
            </a:extLst>
          </p:cNvPr>
          <p:cNvSpPr txBox="1"/>
          <p:nvPr/>
        </p:nvSpPr>
        <p:spPr>
          <a:xfrm>
            <a:off x="5655076" y="2001932"/>
            <a:ext cx="1410937" cy="33855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1600">
                <a:solidFill>
                  <a:schemeClr val="bg1"/>
                </a:solidFill>
                <a:latin typeface="Rockwell" panose="02060603020205020403" pitchFamily="18" charset="0"/>
              </a:rPr>
              <a:t>Leaderboard</a:t>
            </a:r>
          </a:p>
        </p:txBody>
      </p:sp>
      <p:sp>
        <p:nvSpPr>
          <p:cNvPr id="28" name="TextBox 27">
            <a:extLst>
              <a:ext uri="{FF2B5EF4-FFF2-40B4-BE49-F238E27FC236}">
                <a16:creationId xmlns:a16="http://schemas.microsoft.com/office/drawing/2014/main" id="{B75494EC-F0CE-2CD9-FD8A-8E1605CB4B76}"/>
              </a:ext>
            </a:extLst>
          </p:cNvPr>
          <p:cNvSpPr txBox="1"/>
          <p:nvPr/>
        </p:nvSpPr>
        <p:spPr>
          <a:xfrm>
            <a:off x="4482326" y="3124648"/>
            <a:ext cx="724333" cy="369332"/>
          </a:xfrm>
          <a:prstGeom prst="rect">
            <a:avLst/>
          </a:prstGeom>
          <a:noFill/>
        </p:spPr>
        <p:txBody>
          <a:bodyPr wrap="square" rtlCol="0">
            <a:spAutoFit/>
          </a:bodyPr>
          <a:lstStyle/>
          <a:p>
            <a:r>
              <a:rPr lang="en-GB">
                <a:solidFill>
                  <a:schemeClr val="bg1"/>
                </a:solidFill>
                <a:latin typeface="Rockwell" panose="02060603020205020403" pitchFamily="18" charset="0"/>
              </a:rPr>
              <a:t>Food </a:t>
            </a:r>
          </a:p>
        </p:txBody>
      </p:sp>
      <p:cxnSp>
        <p:nvCxnSpPr>
          <p:cNvPr id="29" name="Straight Connector 28">
            <a:extLst>
              <a:ext uri="{FF2B5EF4-FFF2-40B4-BE49-F238E27FC236}">
                <a16:creationId xmlns:a16="http://schemas.microsoft.com/office/drawing/2014/main" id="{A5AA4806-EA62-8977-4DCF-53BB1C0A9DA6}"/>
              </a:ext>
            </a:extLst>
          </p:cNvPr>
          <p:cNvCxnSpPr>
            <a:cxnSpLocks/>
          </p:cNvCxnSpPr>
          <p:nvPr/>
        </p:nvCxnSpPr>
        <p:spPr>
          <a:xfrm>
            <a:off x="3074198" y="2334181"/>
            <a:ext cx="5810872" cy="34119"/>
          </a:xfrm>
          <a:prstGeom prst="line">
            <a:avLst/>
          </a:prstGeom>
          <a:ln w="28575"/>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91F3A3A9-DCC0-AF4A-51DA-B170E7E26BD9}"/>
              </a:ext>
            </a:extLst>
          </p:cNvPr>
          <p:cNvCxnSpPr>
            <a:cxnSpLocks/>
          </p:cNvCxnSpPr>
          <p:nvPr/>
        </p:nvCxnSpPr>
        <p:spPr>
          <a:xfrm flipV="1">
            <a:off x="4253626" y="2368300"/>
            <a:ext cx="0" cy="3225047"/>
          </a:xfrm>
          <a:prstGeom prst="line">
            <a:avLst/>
          </a:prstGeom>
          <a:ln w="28575"/>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6090F315-871C-4AB3-01F7-2E002C761826}"/>
              </a:ext>
            </a:extLst>
          </p:cNvPr>
          <p:cNvSpPr txBox="1"/>
          <p:nvPr/>
        </p:nvSpPr>
        <p:spPr>
          <a:xfrm>
            <a:off x="3044966" y="2656616"/>
            <a:ext cx="1233968" cy="646331"/>
          </a:xfrm>
          <a:prstGeom prst="rect">
            <a:avLst/>
          </a:prstGeom>
          <a:noFill/>
        </p:spPr>
        <p:txBody>
          <a:bodyPr wrap="square" rtlCol="0">
            <a:spAutoFit/>
          </a:bodyPr>
          <a:lstStyle/>
          <a:p>
            <a:r>
              <a:rPr lang="en-GB">
                <a:solidFill>
                  <a:schemeClr val="bg1"/>
                </a:solidFill>
                <a:latin typeface="Rockwell" panose="02060603020205020403" pitchFamily="18" charset="0"/>
              </a:rPr>
              <a:t>Native language:</a:t>
            </a:r>
          </a:p>
        </p:txBody>
      </p:sp>
      <p:sp>
        <p:nvSpPr>
          <p:cNvPr id="33" name="TextBox 32">
            <a:extLst>
              <a:ext uri="{FF2B5EF4-FFF2-40B4-BE49-F238E27FC236}">
                <a16:creationId xmlns:a16="http://schemas.microsoft.com/office/drawing/2014/main" id="{832DA4C4-2E6B-445E-D290-BA5882C14A24}"/>
              </a:ext>
            </a:extLst>
          </p:cNvPr>
          <p:cNvSpPr txBox="1"/>
          <p:nvPr/>
        </p:nvSpPr>
        <p:spPr>
          <a:xfrm>
            <a:off x="2989277" y="3477042"/>
            <a:ext cx="1257733" cy="646331"/>
          </a:xfrm>
          <a:prstGeom prst="rect">
            <a:avLst/>
          </a:prstGeom>
          <a:noFill/>
        </p:spPr>
        <p:txBody>
          <a:bodyPr wrap="square" rtlCol="0">
            <a:spAutoFit/>
          </a:bodyPr>
          <a:lstStyle/>
          <a:p>
            <a:r>
              <a:rPr lang="en-GB">
                <a:solidFill>
                  <a:schemeClr val="bg1"/>
                </a:solidFill>
                <a:latin typeface="Rockwell" panose="02060603020205020403" pitchFamily="18" charset="0"/>
              </a:rPr>
              <a:t>Chosen language:</a:t>
            </a:r>
          </a:p>
        </p:txBody>
      </p:sp>
      <p:sp>
        <p:nvSpPr>
          <p:cNvPr id="34" name="TextBox 33">
            <a:extLst>
              <a:ext uri="{FF2B5EF4-FFF2-40B4-BE49-F238E27FC236}">
                <a16:creationId xmlns:a16="http://schemas.microsoft.com/office/drawing/2014/main" id="{4F460133-30C8-A12B-6C43-72F05ACC734B}"/>
              </a:ext>
            </a:extLst>
          </p:cNvPr>
          <p:cNvSpPr txBox="1"/>
          <p:nvPr/>
        </p:nvSpPr>
        <p:spPr>
          <a:xfrm>
            <a:off x="2989277" y="4354206"/>
            <a:ext cx="1289658" cy="646331"/>
          </a:xfrm>
          <a:prstGeom prst="rect">
            <a:avLst/>
          </a:prstGeom>
          <a:noFill/>
        </p:spPr>
        <p:txBody>
          <a:bodyPr wrap="square" rtlCol="0">
            <a:spAutoFit/>
          </a:bodyPr>
          <a:lstStyle/>
          <a:p>
            <a:r>
              <a:rPr lang="en-GB">
                <a:solidFill>
                  <a:schemeClr val="bg1"/>
                </a:solidFill>
                <a:latin typeface="Rockwell" panose="02060603020205020403" pitchFamily="18" charset="0"/>
              </a:rPr>
              <a:t>Level of challenge:</a:t>
            </a:r>
          </a:p>
        </p:txBody>
      </p:sp>
      <p:sp>
        <p:nvSpPr>
          <p:cNvPr id="36" name="TextBox 35">
            <a:extLst>
              <a:ext uri="{FF2B5EF4-FFF2-40B4-BE49-F238E27FC236}">
                <a16:creationId xmlns:a16="http://schemas.microsoft.com/office/drawing/2014/main" id="{0EE1F699-2A05-DA57-FB0B-CEC74952C928}"/>
              </a:ext>
            </a:extLst>
          </p:cNvPr>
          <p:cNvSpPr txBox="1"/>
          <p:nvPr/>
        </p:nvSpPr>
        <p:spPr>
          <a:xfrm>
            <a:off x="5494438" y="3144160"/>
            <a:ext cx="1021086" cy="369332"/>
          </a:xfrm>
          <a:prstGeom prst="rect">
            <a:avLst/>
          </a:prstGeom>
          <a:noFill/>
        </p:spPr>
        <p:txBody>
          <a:bodyPr wrap="square" rtlCol="0">
            <a:spAutoFit/>
          </a:bodyPr>
          <a:lstStyle/>
          <a:p>
            <a:r>
              <a:rPr lang="en-GB">
                <a:solidFill>
                  <a:schemeClr val="bg1"/>
                </a:solidFill>
                <a:latin typeface="Rockwell" panose="02060603020205020403" pitchFamily="18" charset="0"/>
              </a:rPr>
              <a:t>Module </a:t>
            </a:r>
          </a:p>
        </p:txBody>
      </p:sp>
      <p:sp>
        <p:nvSpPr>
          <p:cNvPr id="37" name="TextBox 36">
            <a:extLst>
              <a:ext uri="{FF2B5EF4-FFF2-40B4-BE49-F238E27FC236}">
                <a16:creationId xmlns:a16="http://schemas.microsoft.com/office/drawing/2014/main" id="{D05F3BF4-E2B1-8FD1-9866-A294471D7361}"/>
              </a:ext>
            </a:extLst>
          </p:cNvPr>
          <p:cNvSpPr txBox="1"/>
          <p:nvPr/>
        </p:nvSpPr>
        <p:spPr>
          <a:xfrm>
            <a:off x="6630905" y="3136600"/>
            <a:ext cx="1021086" cy="369332"/>
          </a:xfrm>
          <a:prstGeom prst="rect">
            <a:avLst/>
          </a:prstGeom>
          <a:noFill/>
        </p:spPr>
        <p:txBody>
          <a:bodyPr wrap="square" rtlCol="0">
            <a:spAutoFit/>
          </a:bodyPr>
          <a:lstStyle/>
          <a:p>
            <a:r>
              <a:rPr lang="en-GB">
                <a:solidFill>
                  <a:schemeClr val="bg1"/>
                </a:solidFill>
                <a:latin typeface="Rockwell" panose="02060603020205020403" pitchFamily="18" charset="0"/>
              </a:rPr>
              <a:t>Module </a:t>
            </a:r>
          </a:p>
        </p:txBody>
      </p:sp>
      <p:sp>
        <p:nvSpPr>
          <p:cNvPr id="38" name="TextBox 37">
            <a:extLst>
              <a:ext uri="{FF2B5EF4-FFF2-40B4-BE49-F238E27FC236}">
                <a16:creationId xmlns:a16="http://schemas.microsoft.com/office/drawing/2014/main" id="{D3A73184-FD5C-22C3-C5CB-F0D8DDDDE356}"/>
              </a:ext>
            </a:extLst>
          </p:cNvPr>
          <p:cNvSpPr txBox="1"/>
          <p:nvPr/>
        </p:nvSpPr>
        <p:spPr>
          <a:xfrm>
            <a:off x="7775561" y="3157820"/>
            <a:ext cx="1021086" cy="369332"/>
          </a:xfrm>
          <a:prstGeom prst="rect">
            <a:avLst/>
          </a:prstGeom>
          <a:noFill/>
        </p:spPr>
        <p:txBody>
          <a:bodyPr wrap="square" rtlCol="0">
            <a:spAutoFit/>
          </a:bodyPr>
          <a:lstStyle/>
          <a:p>
            <a:r>
              <a:rPr lang="en-GB">
                <a:solidFill>
                  <a:schemeClr val="bg1"/>
                </a:solidFill>
                <a:latin typeface="Rockwell" panose="02060603020205020403" pitchFamily="18" charset="0"/>
              </a:rPr>
              <a:t>Module </a:t>
            </a:r>
          </a:p>
        </p:txBody>
      </p:sp>
      <p:sp>
        <p:nvSpPr>
          <p:cNvPr id="39" name="TextBox 38">
            <a:extLst>
              <a:ext uri="{FF2B5EF4-FFF2-40B4-BE49-F238E27FC236}">
                <a16:creationId xmlns:a16="http://schemas.microsoft.com/office/drawing/2014/main" id="{7C2A7E27-3CE5-9A9E-FD8D-8D2CEBDBE16C}"/>
              </a:ext>
            </a:extLst>
          </p:cNvPr>
          <p:cNvSpPr txBox="1"/>
          <p:nvPr/>
        </p:nvSpPr>
        <p:spPr>
          <a:xfrm>
            <a:off x="4383448" y="4619364"/>
            <a:ext cx="1021086" cy="369332"/>
          </a:xfrm>
          <a:prstGeom prst="rect">
            <a:avLst/>
          </a:prstGeom>
          <a:noFill/>
        </p:spPr>
        <p:txBody>
          <a:bodyPr wrap="square" rtlCol="0">
            <a:spAutoFit/>
          </a:bodyPr>
          <a:lstStyle/>
          <a:p>
            <a:r>
              <a:rPr lang="en-GB">
                <a:solidFill>
                  <a:schemeClr val="bg1"/>
                </a:solidFill>
                <a:latin typeface="Rockwell" panose="02060603020205020403" pitchFamily="18" charset="0"/>
              </a:rPr>
              <a:t>Module </a:t>
            </a:r>
          </a:p>
        </p:txBody>
      </p:sp>
      <p:sp>
        <p:nvSpPr>
          <p:cNvPr id="40" name="TextBox 39">
            <a:extLst>
              <a:ext uri="{FF2B5EF4-FFF2-40B4-BE49-F238E27FC236}">
                <a16:creationId xmlns:a16="http://schemas.microsoft.com/office/drawing/2014/main" id="{BEFD5C96-051F-5BAD-01A6-76CF6F030503}"/>
              </a:ext>
            </a:extLst>
          </p:cNvPr>
          <p:cNvSpPr txBox="1"/>
          <p:nvPr/>
        </p:nvSpPr>
        <p:spPr>
          <a:xfrm>
            <a:off x="5515708" y="4619364"/>
            <a:ext cx="1021086" cy="369332"/>
          </a:xfrm>
          <a:prstGeom prst="rect">
            <a:avLst/>
          </a:prstGeom>
          <a:noFill/>
        </p:spPr>
        <p:txBody>
          <a:bodyPr wrap="square" rtlCol="0">
            <a:spAutoFit/>
          </a:bodyPr>
          <a:lstStyle/>
          <a:p>
            <a:r>
              <a:rPr lang="en-GB">
                <a:solidFill>
                  <a:schemeClr val="bg1"/>
                </a:solidFill>
                <a:latin typeface="Rockwell" panose="02060603020205020403" pitchFamily="18" charset="0"/>
              </a:rPr>
              <a:t>Module </a:t>
            </a:r>
          </a:p>
        </p:txBody>
      </p:sp>
      <p:sp>
        <p:nvSpPr>
          <p:cNvPr id="41" name="TextBox 40">
            <a:extLst>
              <a:ext uri="{FF2B5EF4-FFF2-40B4-BE49-F238E27FC236}">
                <a16:creationId xmlns:a16="http://schemas.microsoft.com/office/drawing/2014/main" id="{29296D48-FA56-A152-1C3E-34376AA31526}"/>
              </a:ext>
            </a:extLst>
          </p:cNvPr>
          <p:cNvSpPr txBox="1"/>
          <p:nvPr/>
        </p:nvSpPr>
        <p:spPr>
          <a:xfrm>
            <a:off x="6633960" y="4623526"/>
            <a:ext cx="1021086" cy="369332"/>
          </a:xfrm>
          <a:prstGeom prst="rect">
            <a:avLst/>
          </a:prstGeom>
          <a:noFill/>
        </p:spPr>
        <p:txBody>
          <a:bodyPr wrap="square" rtlCol="0">
            <a:spAutoFit/>
          </a:bodyPr>
          <a:lstStyle/>
          <a:p>
            <a:r>
              <a:rPr lang="en-GB">
                <a:solidFill>
                  <a:schemeClr val="bg1"/>
                </a:solidFill>
                <a:latin typeface="Rockwell" panose="02060603020205020403" pitchFamily="18" charset="0"/>
              </a:rPr>
              <a:t>Module </a:t>
            </a:r>
          </a:p>
        </p:txBody>
      </p:sp>
      <p:sp>
        <p:nvSpPr>
          <p:cNvPr id="45" name="TextBox 44">
            <a:extLst>
              <a:ext uri="{FF2B5EF4-FFF2-40B4-BE49-F238E27FC236}">
                <a16:creationId xmlns:a16="http://schemas.microsoft.com/office/drawing/2014/main" id="{82BE8ED5-6B28-4671-49A1-30F92D977904}"/>
              </a:ext>
            </a:extLst>
          </p:cNvPr>
          <p:cNvSpPr txBox="1"/>
          <p:nvPr/>
        </p:nvSpPr>
        <p:spPr>
          <a:xfrm>
            <a:off x="7775561" y="4585038"/>
            <a:ext cx="1021086" cy="369332"/>
          </a:xfrm>
          <a:prstGeom prst="rect">
            <a:avLst/>
          </a:prstGeom>
          <a:noFill/>
        </p:spPr>
        <p:txBody>
          <a:bodyPr wrap="square" rtlCol="0">
            <a:spAutoFit/>
          </a:bodyPr>
          <a:lstStyle/>
          <a:p>
            <a:r>
              <a:rPr lang="en-GB">
                <a:solidFill>
                  <a:schemeClr val="bg1"/>
                </a:solidFill>
                <a:latin typeface="Rockwell" panose="02060603020205020403" pitchFamily="18" charset="0"/>
              </a:rPr>
              <a:t>Module </a:t>
            </a:r>
          </a:p>
        </p:txBody>
      </p:sp>
      <p:sp>
        <p:nvSpPr>
          <p:cNvPr id="46" name="TextBox 45">
            <a:extLst>
              <a:ext uri="{FF2B5EF4-FFF2-40B4-BE49-F238E27FC236}">
                <a16:creationId xmlns:a16="http://schemas.microsoft.com/office/drawing/2014/main" id="{67C4EAC3-21F9-27D7-DC66-A3303E06BF84}"/>
              </a:ext>
            </a:extLst>
          </p:cNvPr>
          <p:cNvSpPr txBox="1"/>
          <p:nvPr/>
        </p:nvSpPr>
        <p:spPr>
          <a:xfrm>
            <a:off x="3056373" y="5231370"/>
            <a:ext cx="1203869"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a:solidFill>
                  <a:schemeClr val="bg1"/>
                </a:solidFill>
                <a:latin typeface="Rockwell" panose="02060603020205020403" pitchFamily="18" charset="0"/>
              </a:rPr>
              <a:t>feedback</a:t>
            </a:r>
          </a:p>
        </p:txBody>
      </p:sp>
      <p:sp>
        <p:nvSpPr>
          <p:cNvPr id="51" name="Oval 50">
            <a:extLst>
              <a:ext uri="{FF2B5EF4-FFF2-40B4-BE49-F238E27FC236}">
                <a16:creationId xmlns:a16="http://schemas.microsoft.com/office/drawing/2014/main" id="{2924FA75-1DE3-3417-336E-37DBD2707B9B}"/>
              </a:ext>
            </a:extLst>
          </p:cNvPr>
          <p:cNvSpPr/>
          <p:nvPr/>
        </p:nvSpPr>
        <p:spPr>
          <a:xfrm>
            <a:off x="4323083" y="2836136"/>
            <a:ext cx="1048991" cy="985381"/>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bg1"/>
              </a:solidFill>
              <a:latin typeface="Rockwell" panose="02060603020205020403" pitchFamily="18" charset="0"/>
            </a:endParaRPr>
          </a:p>
        </p:txBody>
      </p:sp>
      <p:sp>
        <p:nvSpPr>
          <p:cNvPr id="52" name="Oval 51">
            <a:extLst>
              <a:ext uri="{FF2B5EF4-FFF2-40B4-BE49-F238E27FC236}">
                <a16:creationId xmlns:a16="http://schemas.microsoft.com/office/drawing/2014/main" id="{88ECA60B-8966-D201-830A-1827CA7AADE5}"/>
              </a:ext>
            </a:extLst>
          </p:cNvPr>
          <p:cNvSpPr/>
          <p:nvPr/>
        </p:nvSpPr>
        <p:spPr>
          <a:xfrm>
            <a:off x="4369495" y="4322907"/>
            <a:ext cx="1048991" cy="985381"/>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bg1"/>
              </a:solidFill>
              <a:latin typeface="Rockwell" panose="02060603020205020403" pitchFamily="18" charset="0"/>
            </a:endParaRPr>
          </a:p>
        </p:txBody>
      </p:sp>
      <p:sp>
        <p:nvSpPr>
          <p:cNvPr id="53" name="Oval 52">
            <a:extLst>
              <a:ext uri="{FF2B5EF4-FFF2-40B4-BE49-F238E27FC236}">
                <a16:creationId xmlns:a16="http://schemas.microsoft.com/office/drawing/2014/main" id="{2533A627-C20C-2BDA-BCA3-D2C3396DD5CA}"/>
              </a:ext>
            </a:extLst>
          </p:cNvPr>
          <p:cNvSpPr/>
          <p:nvPr/>
        </p:nvSpPr>
        <p:spPr>
          <a:xfrm>
            <a:off x="6613292" y="2828575"/>
            <a:ext cx="1048991" cy="985381"/>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GB">
              <a:solidFill>
                <a:schemeClr val="bg1"/>
              </a:solidFill>
              <a:latin typeface="Rockwell" panose="02060603020205020403" pitchFamily="18" charset="0"/>
            </a:endParaRPr>
          </a:p>
        </p:txBody>
      </p:sp>
      <p:sp>
        <p:nvSpPr>
          <p:cNvPr id="54" name="Oval 53">
            <a:extLst>
              <a:ext uri="{FF2B5EF4-FFF2-40B4-BE49-F238E27FC236}">
                <a16:creationId xmlns:a16="http://schemas.microsoft.com/office/drawing/2014/main" id="{1BAE99F4-0B9A-90B7-D275-BE89F920E476}"/>
              </a:ext>
            </a:extLst>
          </p:cNvPr>
          <p:cNvSpPr/>
          <p:nvPr/>
        </p:nvSpPr>
        <p:spPr>
          <a:xfrm>
            <a:off x="7730543" y="2846984"/>
            <a:ext cx="1048991" cy="985381"/>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bg1"/>
              </a:solidFill>
              <a:latin typeface="Rockwell" panose="02060603020205020403" pitchFamily="18" charset="0"/>
            </a:endParaRPr>
          </a:p>
        </p:txBody>
      </p:sp>
      <p:sp>
        <p:nvSpPr>
          <p:cNvPr id="55" name="Oval 54">
            <a:extLst>
              <a:ext uri="{FF2B5EF4-FFF2-40B4-BE49-F238E27FC236}">
                <a16:creationId xmlns:a16="http://schemas.microsoft.com/office/drawing/2014/main" id="{0DF802BF-8C5A-6A65-7C89-24083870E6B4}"/>
              </a:ext>
            </a:extLst>
          </p:cNvPr>
          <p:cNvSpPr/>
          <p:nvPr/>
        </p:nvSpPr>
        <p:spPr>
          <a:xfrm>
            <a:off x="6617750" y="4316673"/>
            <a:ext cx="1048991" cy="985381"/>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GB">
              <a:solidFill>
                <a:schemeClr val="bg1"/>
              </a:solidFill>
              <a:latin typeface="Rockwell" panose="02060603020205020403" pitchFamily="18" charset="0"/>
            </a:endParaRPr>
          </a:p>
        </p:txBody>
      </p:sp>
      <p:sp>
        <p:nvSpPr>
          <p:cNvPr id="56" name="Oval 55">
            <a:extLst>
              <a:ext uri="{FF2B5EF4-FFF2-40B4-BE49-F238E27FC236}">
                <a16:creationId xmlns:a16="http://schemas.microsoft.com/office/drawing/2014/main" id="{4BFA4A6B-1AA5-5EF3-FEC8-BCF155F2D936}"/>
              </a:ext>
            </a:extLst>
          </p:cNvPr>
          <p:cNvSpPr/>
          <p:nvPr/>
        </p:nvSpPr>
        <p:spPr>
          <a:xfrm>
            <a:off x="5447948" y="2828576"/>
            <a:ext cx="1048991" cy="985381"/>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GB">
              <a:solidFill>
                <a:schemeClr val="bg1"/>
              </a:solidFill>
              <a:latin typeface="Rockwell" panose="02060603020205020403" pitchFamily="18" charset="0"/>
            </a:endParaRPr>
          </a:p>
        </p:txBody>
      </p:sp>
      <p:sp>
        <p:nvSpPr>
          <p:cNvPr id="57" name="Oval 56">
            <a:extLst>
              <a:ext uri="{FF2B5EF4-FFF2-40B4-BE49-F238E27FC236}">
                <a16:creationId xmlns:a16="http://schemas.microsoft.com/office/drawing/2014/main" id="{93F4C4D1-99D8-E043-6FAD-C0B040C93EBB}"/>
              </a:ext>
            </a:extLst>
          </p:cNvPr>
          <p:cNvSpPr/>
          <p:nvPr/>
        </p:nvSpPr>
        <p:spPr>
          <a:xfrm>
            <a:off x="7721279" y="4327462"/>
            <a:ext cx="1048991" cy="985381"/>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bg1"/>
              </a:solidFill>
              <a:latin typeface="Rockwell" panose="02060603020205020403" pitchFamily="18" charset="0"/>
            </a:endParaRPr>
          </a:p>
        </p:txBody>
      </p:sp>
      <p:sp>
        <p:nvSpPr>
          <p:cNvPr id="58" name="Oval 57">
            <a:extLst>
              <a:ext uri="{FF2B5EF4-FFF2-40B4-BE49-F238E27FC236}">
                <a16:creationId xmlns:a16="http://schemas.microsoft.com/office/drawing/2014/main" id="{252DFC35-D2C5-4466-0AA1-45CD941690C3}"/>
              </a:ext>
            </a:extLst>
          </p:cNvPr>
          <p:cNvSpPr/>
          <p:nvPr/>
        </p:nvSpPr>
        <p:spPr>
          <a:xfrm>
            <a:off x="5487803" y="4311339"/>
            <a:ext cx="1048991" cy="985381"/>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GB">
              <a:solidFill>
                <a:schemeClr val="bg1"/>
              </a:solidFill>
              <a:latin typeface="Rockwell" panose="02060603020205020403" pitchFamily="18" charset="0"/>
            </a:endParaRPr>
          </a:p>
        </p:txBody>
      </p:sp>
      <p:cxnSp>
        <p:nvCxnSpPr>
          <p:cNvPr id="63" name="Straight Arrow Connector 62">
            <a:extLst>
              <a:ext uri="{FF2B5EF4-FFF2-40B4-BE49-F238E27FC236}">
                <a16:creationId xmlns:a16="http://schemas.microsoft.com/office/drawing/2014/main" id="{1819F0B8-A5CD-4382-9478-94F84313F6B4}"/>
              </a:ext>
            </a:extLst>
          </p:cNvPr>
          <p:cNvCxnSpPr>
            <a:cxnSpLocks/>
            <a:stCxn id="68" idx="3"/>
            <a:endCxn id="51" idx="2"/>
          </p:cNvCxnSpPr>
          <p:nvPr/>
        </p:nvCxnSpPr>
        <p:spPr>
          <a:xfrm flipV="1">
            <a:off x="1964615" y="3328827"/>
            <a:ext cx="2358468" cy="170316"/>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A1A6A882-7275-4748-0FB4-26C374C625DC}"/>
              </a:ext>
            </a:extLst>
          </p:cNvPr>
          <p:cNvSpPr txBox="1"/>
          <p:nvPr/>
        </p:nvSpPr>
        <p:spPr>
          <a:xfrm>
            <a:off x="62145" y="2898978"/>
            <a:ext cx="1902470" cy="1200329"/>
          </a:xfrm>
          <a:prstGeom prst="rect">
            <a:avLst/>
          </a:prstGeom>
          <a:noFill/>
        </p:spPr>
        <p:txBody>
          <a:bodyPr wrap="square" rtlCol="0">
            <a:spAutoFit/>
          </a:bodyPr>
          <a:lstStyle/>
          <a:p>
            <a:r>
              <a:rPr lang="en-GB"/>
              <a:t>After a module is selected the user can choose the activity</a:t>
            </a:r>
          </a:p>
        </p:txBody>
      </p:sp>
      <p:sp>
        <p:nvSpPr>
          <p:cNvPr id="70" name="TextBox 69">
            <a:extLst>
              <a:ext uri="{FF2B5EF4-FFF2-40B4-BE49-F238E27FC236}">
                <a16:creationId xmlns:a16="http://schemas.microsoft.com/office/drawing/2014/main" id="{CE70F967-BFE9-DCAE-EB44-D799C971477F}"/>
              </a:ext>
            </a:extLst>
          </p:cNvPr>
          <p:cNvSpPr txBox="1"/>
          <p:nvPr/>
        </p:nvSpPr>
        <p:spPr>
          <a:xfrm>
            <a:off x="9662006" y="2379616"/>
            <a:ext cx="1902470" cy="1200329"/>
          </a:xfrm>
          <a:prstGeom prst="rect">
            <a:avLst/>
          </a:prstGeom>
          <a:noFill/>
        </p:spPr>
        <p:txBody>
          <a:bodyPr wrap="square" rtlCol="0">
            <a:spAutoFit/>
          </a:bodyPr>
          <a:lstStyle/>
          <a:p>
            <a:r>
              <a:rPr lang="en-GB"/>
              <a:t>User can check and manage profile data and can log off </a:t>
            </a:r>
          </a:p>
        </p:txBody>
      </p:sp>
      <p:cxnSp>
        <p:nvCxnSpPr>
          <p:cNvPr id="71" name="Straight Arrow Connector 70">
            <a:extLst>
              <a:ext uri="{FF2B5EF4-FFF2-40B4-BE49-F238E27FC236}">
                <a16:creationId xmlns:a16="http://schemas.microsoft.com/office/drawing/2014/main" id="{4514A9E2-4F11-F8C8-D430-4D80E4785383}"/>
              </a:ext>
            </a:extLst>
          </p:cNvPr>
          <p:cNvCxnSpPr>
            <a:cxnSpLocks/>
            <a:stCxn id="70" idx="1"/>
            <a:endCxn id="21" idx="3"/>
          </p:cNvCxnSpPr>
          <p:nvPr/>
        </p:nvCxnSpPr>
        <p:spPr>
          <a:xfrm flipH="1" flipV="1">
            <a:off x="8872328" y="2149515"/>
            <a:ext cx="789678" cy="830266"/>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C5B0EAB4-544C-1A24-EFF6-8E93A65D039C}"/>
              </a:ext>
            </a:extLst>
          </p:cNvPr>
          <p:cNvSpPr txBox="1"/>
          <p:nvPr/>
        </p:nvSpPr>
        <p:spPr>
          <a:xfrm>
            <a:off x="48839" y="801603"/>
            <a:ext cx="1902470" cy="1477328"/>
          </a:xfrm>
          <a:prstGeom prst="rect">
            <a:avLst/>
          </a:prstGeom>
          <a:noFill/>
        </p:spPr>
        <p:txBody>
          <a:bodyPr wrap="square" rtlCol="0">
            <a:spAutoFit/>
          </a:bodyPr>
          <a:lstStyle/>
          <a:p>
            <a:r>
              <a:rPr lang="en-GB"/>
              <a:t>Languages and difficulties chosen  through drop down menus</a:t>
            </a:r>
          </a:p>
        </p:txBody>
      </p:sp>
      <p:cxnSp>
        <p:nvCxnSpPr>
          <p:cNvPr id="35" name="Straight Arrow Connector 34">
            <a:extLst>
              <a:ext uri="{FF2B5EF4-FFF2-40B4-BE49-F238E27FC236}">
                <a16:creationId xmlns:a16="http://schemas.microsoft.com/office/drawing/2014/main" id="{638BD6BB-A6E0-44A3-F9C2-B4B919239A65}"/>
              </a:ext>
            </a:extLst>
          </p:cNvPr>
          <p:cNvCxnSpPr>
            <a:cxnSpLocks/>
            <a:stCxn id="31" idx="3"/>
            <a:endCxn id="32" idx="1"/>
          </p:cNvCxnSpPr>
          <p:nvPr/>
        </p:nvCxnSpPr>
        <p:spPr>
          <a:xfrm>
            <a:off x="1951309" y="1540267"/>
            <a:ext cx="1093657" cy="1439515"/>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08278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102365E-5ACA-3BD6-ACB9-F57FF7349E2D}"/>
              </a:ext>
            </a:extLst>
          </p:cNvPr>
          <p:cNvGrpSpPr/>
          <p:nvPr/>
        </p:nvGrpSpPr>
        <p:grpSpPr>
          <a:xfrm>
            <a:off x="2921535" y="1346464"/>
            <a:ext cx="6540379" cy="4933488"/>
            <a:chOff x="0" y="0"/>
            <a:chExt cx="6115050" cy="5010150"/>
          </a:xfrm>
        </p:grpSpPr>
        <p:sp>
          <p:nvSpPr>
            <p:cNvPr id="5" name="Rectangle 4">
              <a:extLst>
                <a:ext uri="{FF2B5EF4-FFF2-40B4-BE49-F238E27FC236}">
                  <a16:creationId xmlns:a16="http://schemas.microsoft.com/office/drawing/2014/main" id="{31AFFC35-E5BE-997F-96D0-F5962E02F840}"/>
                </a:ext>
              </a:extLst>
            </p:cNvPr>
            <p:cNvSpPr/>
            <p:nvPr/>
          </p:nvSpPr>
          <p:spPr>
            <a:xfrm>
              <a:off x="2705100" y="4552950"/>
              <a:ext cx="819150" cy="409575"/>
            </a:xfrm>
            <a:prstGeom prst="rect">
              <a:avLst/>
            </a:prstGeom>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6" name="Rectangle 5">
              <a:extLst>
                <a:ext uri="{FF2B5EF4-FFF2-40B4-BE49-F238E27FC236}">
                  <a16:creationId xmlns:a16="http://schemas.microsoft.com/office/drawing/2014/main" id="{AEEDAD59-0160-24A5-E613-6AB2E8BEF4A6}"/>
                </a:ext>
              </a:extLst>
            </p:cNvPr>
            <p:cNvSpPr/>
            <p:nvPr/>
          </p:nvSpPr>
          <p:spPr>
            <a:xfrm>
              <a:off x="0" y="0"/>
              <a:ext cx="6115050" cy="4552950"/>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nvGrpSpPr>
            <p:cNvPr id="7" name="Group 6">
              <a:extLst>
                <a:ext uri="{FF2B5EF4-FFF2-40B4-BE49-F238E27FC236}">
                  <a16:creationId xmlns:a16="http://schemas.microsoft.com/office/drawing/2014/main" id="{88688E3A-07F6-52D6-4C31-E77CD8F5027D}"/>
                </a:ext>
              </a:extLst>
            </p:cNvPr>
            <p:cNvGrpSpPr/>
            <p:nvPr/>
          </p:nvGrpSpPr>
          <p:grpSpPr>
            <a:xfrm>
              <a:off x="123825" y="142875"/>
              <a:ext cx="5848350" cy="4114800"/>
              <a:chOff x="0" y="0"/>
              <a:chExt cx="5848350" cy="4114800"/>
            </a:xfrm>
          </p:grpSpPr>
          <p:sp>
            <p:nvSpPr>
              <p:cNvPr id="9" name="Rounded Rectangle 2">
                <a:extLst>
                  <a:ext uri="{FF2B5EF4-FFF2-40B4-BE49-F238E27FC236}">
                    <a16:creationId xmlns:a16="http://schemas.microsoft.com/office/drawing/2014/main" id="{6EEBB026-B358-7569-F01F-834836A28B63}"/>
                  </a:ext>
                </a:extLst>
              </p:cNvPr>
              <p:cNvSpPr/>
              <p:nvPr/>
            </p:nvSpPr>
            <p:spPr>
              <a:xfrm>
                <a:off x="0" y="0"/>
                <a:ext cx="5848350" cy="4114800"/>
              </a:xfrm>
              <a:prstGeom prst="roundRect">
                <a:avLst>
                  <a:gd name="adj" fmla="val 2316"/>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0" name="Rounded Rectangle 3">
                <a:extLst>
                  <a:ext uri="{FF2B5EF4-FFF2-40B4-BE49-F238E27FC236}">
                    <a16:creationId xmlns:a16="http://schemas.microsoft.com/office/drawing/2014/main" id="{292DDB5B-ECE6-DAE0-67D0-2439D37DB680}"/>
                  </a:ext>
                </a:extLst>
              </p:cNvPr>
              <p:cNvSpPr/>
              <p:nvPr/>
            </p:nvSpPr>
            <p:spPr>
              <a:xfrm>
                <a:off x="556260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1" name="Rounded Rectangle 4">
                <a:extLst>
                  <a:ext uri="{FF2B5EF4-FFF2-40B4-BE49-F238E27FC236}">
                    <a16:creationId xmlns:a16="http://schemas.microsoft.com/office/drawing/2014/main" id="{A49A94AF-C4A0-D288-3E4D-03200570A88F}"/>
                  </a:ext>
                </a:extLst>
              </p:cNvPr>
              <p:cNvSpPr/>
              <p:nvPr/>
            </p:nvSpPr>
            <p:spPr>
              <a:xfrm>
                <a:off x="531495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2" name="Rounded Rectangle 5">
                <a:extLst>
                  <a:ext uri="{FF2B5EF4-FFF2-40B4-BE49-F238E27FC236}">
                    <a16:creationId xmlns:a16="http://schemas.microsoft.com/office/drawing/2014/main" id="{EE53A78D-7B23-4B30-B5DD-AEB868703872}"/>
                  </a:ext>
                </a:extLst>
              </p:cNvPr>
              <p:cNvSpPr/>
              <p:nvPr/>
            </p:nvSpPr>
            <p:spPr>
              <a:xfrm>
                <a:off x="508635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cxnSp>
            <p:nvCxnSpPr>
              <p:cNvPr id="13" name="Straight Connector 12">
                <a:extLst>
                  <a:ext uri="{FF2B5EF4-FFF2-40B4-BE49-F238E27FC236}">
                    <a16:creationId xmlns:a16="http://schemas.microsoft.com/office/drawing/2014/main" id="{7884FC12-610A-FC96-8D82-42381912BE27}"/>
                  </a:ext>
                </a:extLst>
              </p:cNvPr>
              <p:cNvCxnSpPr/>
              <p:nvPr/>
            </p:nvCxnSpPr>
            <p:spPr>
              <a:xfrm>
                <a:off x="0" y="352425"/>
                <a:ext cx="5848350" cy="0"/>
              </a:xfrm>
              <a:prstGeom prst="line">
                <a:avLst/>
              </a:prstGeom>
              <a:ln/>
            </p:spPr>
            <p:style>
              <a:lnRef idx="1">
                <a:schemeClr val="dk1"/>
              </a:lnRef>
              <a:fillRef idx="0">
                <a:schemeClr val="dk1"/>
              </a:fillRef>
              <a:effectRef idx="0">
                <a:schemeClr val="dk1"/>
              </a:effectRef>
              <a:fontRef idx="minor">
                <a:schemeClr val="tx1"/>
              </a:fontRef>
            </p:style>
          </p:cxnSp>
          <p:grpSp>
            <p:nvGrpSpPr>
              <p:cNvPr id="14" name="Group 13">
                <a:extLst>
                  <a:ext uri="{FF2B5EF4-FFF2-40B4-BE49-F238E27FC236}">
                    <a16:creationId xmlns:a16="http://schemas.microsoft.com/office/drawing/2014/main" id="{78042B43-D65A-BAAD-B1AD-35636AF2A2FE}"/>
                  </a:ext>
                </a:extLst>
              </p:cNvPr>
              <p:cNvGrpSpPr/>
              <p:nvPr/>
            </p:nvGrpSpPr>
            <p:grpSpPr>
              <a:xfrm rot="2700000">
                <a:off x="5572125" y="104775"/>
                <a:ext cx="147956" cy="147955"/>
                <a:chOff x="0" y="0"/>
                <a:chExt cx="3313748" cy="3313748"/>
              </a:xfrm>
            </p:grpSpPr>
            <p:sp>
              <p:nvSpPr>
                <p:cNvPr id="19" name="Rectangle 18">
                  <a:extLst>
                    <a:ext uri="{FF2B5EF4-FFF2-40B4-BE49-F238E27FC236}">
                      <a16:creationId xmlns:a16="http://schemas.microsoft.com/office/drawing/2014/main" id="{097F53EF-CBE2-E048-E38D-ADAD73082A62}"/>
                    </a:ext>
                  </a:extLst>
                </p:cNvPr>
                <p:cNvSpPr/>
                <p:nvPr/>
              </p:nvSpPr>
              <p:spPr>
                <a:xfrm>
                  <a:off x="1318736" y="0"/>
                  <a:ext cx="676275" cy="331374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20" name="Rectangle 19">
                  <a:extLst>
                    <a:ext uri="{FF2B5EF4-FFF2-40B4-BE49-F238E27FC236}">
                      <a16:creationId xmlns:a16="http://schemas.microsoft.com/office/drawing/2014/main" id="{FBF24B68-A456-B99C-78D7-FD3F798F0390}"/>
                    </a:ext>
                  </a:extLst>
                </p:cNvPr>
                <p:cNvSpPr/>
                <p:nvPr/>
              </p:nvSpPr>
              <p:spPr>
                <a:xfrm rot="5400000">
                  <a:off x="1318736" y="0"/>
                  <a:ext cx="676275" cy="331374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grpSp>
            <p:nvGrpSpPr>
              <p:cNvPr id="15" name="Group 14">
                <a:extLst>
                  <a:ext uri="{FF2B5EF4-FFF2-40B4-BE49-F238E27FC236}">
                    <a16:creationId xmlns:a16="http://schemas.microsoft.com/office/drawing/2014/main" id="{15886EF0-0D67-2078-1DB1-9B054D554E02}"/>
                  </a:ext>
                </a:extLst>
              </p:cNvPr>
              <p:cNvGrpSpPr/>
              <p:nvPr/>
            </p:nvGrpSpPr>
            <p:grpSpPr>
              <a:xfrm>
                <a:off x="5353050" y="123825"/>
                <a:ext cx="97737" cy="97233"/>
                <a:chOff x="0" y="0"/>
                <a:chExt cx="157277" cy="156744"/>
              </a:xfrm>
            </p:grpSpPr>
            <p:sp>
              <p:nvSpPr>
                <p:cNvPr id="17" name="Rectangle 16">
                  <a:extLst>
                    <a:ext uri="{FF2B5EF4-FFF2-40B4-BE49-F238E27FC236}">
                      <a16:creationId xmlns:a16="http://schemas.microsoft.com/office/drawing/2014/main" id="{EFFF51DD-5273-4D4A-7E2D-EB863540A482}"/>
                    </a:ext>
                  </a:extLst>
                </p:cNvPr>
                <p:cNvSpPr/>
                <p:nvPr/>
              </p:nvSpPr>
              <p:spPr>
                <a:xfrm>
                  <a:off x="32919" y="0"/>
                  <a:ext cx="124358" cy="124358"/>
                </a:xfrm>
                <a:prstGeom prst="rect">
                  <a:avLst/>
                </a:prstGeom>
                <a:solidFill>
                  <a:schemeClr val="bg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8" name="Rectangle 17">
                  <a:extLst>
                    <a:ext uri="{FF2B5EF4-FFF2-40B4-BE49-F238E27FC236}">
                      <a16:creationId xmlns:a16="http://schemas.microsoft.com/office/drawing/2014/main" id="{834C54B7-9524-599B-8A61-8A1CBAC22618}"/>
                    </a:ext>
                  </a:extLst>
                </p:cNvPr>
                <p:cNvSpPr/>
                <p:nvPr/>
              </p:nvSpPr>
              <p:spPr>
                <a:xfrm>
                  <a:off x="0" y="32919"/>
                  <a:ext cx="123825" cy="123825"/>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sp>
            <p:nvSpPr>
              <p:cNvPr id="16" name="Rectangle 15">
                <a:extLst>
                  <a:ext uri="{FF2B5EF4-FFF2-40B4-BE49-F238E27FC236}">
                    <a16:creationId xmlns:a16="http://schemas.microsoft.com/office/drawing/2014/main" id="{DBC07735-A8D0-383B-32AB-E969D0DC7D3E}"/>
                  </a:ext>
                </a:extLst>
              </p:cNvPr>
              <p:cNvSpPr/>
              <p:nvPr/>
            </p:nvSpPr>
            <p:spPr>
              <a:xfrm>
                <a:off x="5124450" y="190500"/>
                <a:ext cx="106070" cy="45719"/>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sp>
          <p:nvSpPr>
            <p:cNvPr id="8" name="Oval 7">
              <a:extLst>
                <a:ext uri="{FF2B5EF4-FFF2-40B4-BE49-F238E27FC236}">
                  <a16:creationId xmlns:a16="http://schemas.microsoft.com/office/drawing/2014/main" id="{73DC6E23-55A3-06D0-5FC4-04E09E472643}"/>
                </a:ext>
              </a:extLst>
            </p:cNvPr>
            <p:cNvSpPr/>
            <p:nvPr/>
          </p:nvSpPr>
          <p:spPr>
            <a:xfrm>
              <a:off x="866775" y="4810125"/>
              <a:ext cx="4514850" cy="200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sp>
        <p:nvSpPr>
          <p:cNvPr id="21" name="TextBox 20">
            <a:extLst>
              <a:ext uri="{FF2B5EF4-FFF2-40B4-BE49-F238E27FC236}">
                <a16:creationId xmlns:a16="http://schemas.microsoft.com/office/drawing/2014/main" id="{BBCBD539-58F4-F7D0-C064-46C003F41EE2}"/>
              </a:ext>
            </a:extLst>
          </p:cNvPr>
          <p:cNvSpPr txBox="1"/>
          <p:nvPr/>
        </p:nvSpPr>
        <p:spPr>
          <a:xfrm>
            <a:off x="3044376" y="1893565"/>
            <a:ext cx="6416947" cy="369332"/>
          </a:xfrm>
          <a:prstGeom prst="rect">
            <a:avLst/>
          </a:prstGeom>
          <a:solidFill>
            <a:srgbClr val="FFFF00"/>
          </a:solidFill>
        </p:spPr>
        <p:txBody>
          <a:bodyPr wrap="square" rtlCol="0">
            <a:spAutoFit/>
          </a:bodyPr>
          <a:lstStyle/>
          <a:p>
            <a:pPr algn="ctr"/>
            <a:r>
              <a:rPr lang="en-GB">
                <a:solidFill>
                  <a:schemeClr val="bg1"/>
                </a:solidFill>
              </a:rPr>
              <a:t>Please enter details below</a:t>
            </a:r>
          </a:p>
        </p:txBody>
      </p:sp>
      <p:sp>
        <p:nvSpPr>
          <p:cNvPr id="22" name="TextBox 21">
            <a:extLst>
              <a:ext uri="{FF2B5EF4-FFF2-40B4-BE49-F238E27FC236}">
                <a16:creationId xmlns:a16="http://schemas.microsoft.com/office/drawing/2014/main" id="{3785ECAF-A197-F84C-CFC6-930BA191ADA2}"/>
              </a:ext>
            </a:extLst>
          </p:cNvPr>
          <p:cNvSpPr txBox="1"/>
          <p:nvPr/>
        </p:nvSpPr>
        <p:spPr>
          <a:xfrm>
            <a:off x="4182257" y="2563318"/>
            <a:ext cx="1343966" cy="369332"/>
          </a:xfrm>
          <a:prstGeom prst="rect">
            <a:avLst/>
          </a:prstGeom>
          <a:noFill/>
        </p:spPr>
        <p:txBody>
          <a:bodyPr wrap="square" rtlCol="0">
            <a:spAutoFit/>
          </a:bodyPr>
          <a:lstStyle/>
          <a:p>
            <a:r>
              <a:rPr lang="en-GB">
                <a:solidFill>
                  <a:schemeClr val="bg1"/>
                </a:solidFill>
              </a:rPr>
              <a:t>username</a:t>
            </a:r>
          </a:p>
        </p:txBody>
      </p:sp>
      <p:sp>
        <p:nvSpPr>
          <p:cNvPr id="23" name="TextBox 22">
            <a:extLst>
              <a:ext uri="{FF2B5EF4-FFF2-40B4-BE49-F238E27FC236}">
                <a16:creationId xmlns:a16="http://schemas.microsoft.com/office/drawing/2014/main" id="{AF2CD67D-39E4-FD0F-D326-9BBE751B147A}"/>
              </a:ext>
            </a:extLst>
          </p:cNvPr>
          <p:cNvSpPr txBox="1"/>
          <p:nvPr/>
        </p:nvSpPr>
        <p:spPr>
          <a:xfrm>
            <a:off x="4182257" y="3059668"/>
            <a:ext cx="1343966" cy="369332"/>
          </a:xfrm>
          <a:prstGeom prst="rect">
            <a:avLst/>
          </a:prstGeom>
          <a:noFill/>
        </p:spPr>
        <p:txBody>
          <a:bodyPr wrap="square" rtlCol="0">
            <a:spAutoFit/>
          </a:bodyPr>
          <a:lstStyle/>
          <a:p>
            <a:r>
              <a:rPr lang="en-GB">
                <a:solidFill>
                  <a:schemeClr val="bg1"/>
                </a:solidFill>
              </a:rPr>
              <a:t>password</a:t>
            </a:r>
          </a:p>
        </p:txBody>
      </p:sp>
      <p:sp>
        <p:nvSpPr>
          <p:cNvPr id="24" name="TextBox 23">
            <a:extLst>
              <a:ext uri="{FF2B5EF4-FFF2-40B4-BE49-F238E27FC236}">
                <a16:creationId xmlns:a16="http://schemas.microsoft.com/office/drawing/2014/main" id="{A2C0EFE5-0EC5-BBF5-E611-187C1D606D3E}"/>
              </a:ext>
            </a:extLst>
          </p:cNvPr>
          <p:cNvSpPr txBox="1"/>
          <p:nvPr/>
        </p:nvSpPr>
        <p:spPr>
          <a:xfrm>
            <a:off x="5424017" y="3813208"/>
            <a:ext cx="1343966" cy="369332"/>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a:solidFill>
                  <a:schemeClr val="bg1"/>
                </a:solidFill>
              </a:rPr>
              <a:t>login</a:t>
            </a:r>
          </a:p>
        </p:txBody>
      </p:sp>
      <p:sp>
        <p:nvSpPr>
          <p:cNvPr id="25" name="TextBox 24">
            <a:extLst>
              <a:ext uri="{FF2B5EF4-FFF2-40B4-BE49-F238E27FC236}">
                <a16:creationId xmlns:a16="http://schemas.microsoft.com/office/drawing/2014/main" id="{D140B654-5299-CF0E-D4A8-62942D05E87C}"/>
              </a:ext>
            </a:extLst>
          </p:cNvPr>
          <p:cNvSpPr txBox="1"/>
          <p:nvPr/>
        </p:nvSpPr>
        <p:spPr>
          <a:xfrm>
            <a:off x="5186597" y="4224662"/>
            <a:ext cx="2008682" cy="369332"/>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GB">
                <a:solidFill>
                  <a:schemeClr val="bg1"/>
                </a:solidFill>
              </a:rPr>
              <a:t>Forgot password</a:t>
            </a:r>
          </a:p>
        </p:txBody>
      </p:sp>
      <p:sp>
        <p:nvSpPr>
          <p:cNvPr id="26" name="TextBox 25">
            <a:extLst>
              <a:ext uri="{FF2B5EF4-FFF2-40B4-BE49-F238E27FC236}">
                <a16:creationId xmlns:a16="http://schemas.microsoft.com/office/drawing/2014/main" id="{3A7A06DD-2E0F-5FF5-7A94-ECA71C4C5DD2}"/>
              </a:ext>
            </a:extLst>
          </p:cNvPr>
          <p:cNvSpPr txBox="1"/>
          <p:nvPr/>
        </p:nvSpPr>
        <p:spPr>
          <a:xfrm>
            <a:off x="5424017" y="2605440"/>
            <a:ext cx="1343966" cy="369332"/>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endParaRPr lang="en-GB">
              <a:solidFill>
                <a:schemeClr val="bg1"/>
              </a:solidFill>
            </a:endParaRPr>
          </a:p>
        </p:txBody>
      </p:sp>
      <p:sp>
        <p:nvSpPr>
          <p:cNvPr id="27" name="TextBox 26">
            <a:extLst>
              <a:ext uri="{FF2B5EF4-FFF2-40B4-BE49-F238E27FC236}">
                <a16:creationId xmlns:a16="http://schemas.microsoft.com/office/drawing/2014/main" id="{A22DC3C1-CDFB-878F-87C1-885FB8ADD168}"/>
              </a:ext>
            </a:extLst>
          </p:cNvPr>
          <p:cNvSpPr txBox="1"/>
          <p:nvPr/>
        </p:nvSpPr>
        <p:spPr>
          <a:xfrm>
            <a:off x="5424017" y="3043346"/>
            <a:ext cx="1343966" cy="369332"/>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endParaRPr lang="en-GB">
              <a:solidFill>
                <a:schemeClr val="bg1"/>
              </a:solidFill>
            </a:endParaRPr>
          </a:p>
        </p:txBody>
      </p:sp>
      <p:sp>
        <p:nvSpPr>
          <p:cNvPr id="28" name="TextBox 27">
            <a:extLst>
              <a:ext uri="{FF2B5EF4-FFF2-40B4-BE49-F238E27FC236}">
                <a16:creationId xmlns:a16="http://schemas.microsoft.com/office/drawing/2014/main" id="{ED43D913-C868-16FB-CA26-09D77F3B018C}"/>
              </a:ext>
            </a:extLst>
          </p:cNvPr>
          <p:cNvSpPr txBox="1"/>
          <p:nvPr/>
        </p:nvSpPr>
        <p:spPr>
          <a:xfrm>
            <a:off x="9878518" y="2262897"/>
            <a:ext cx="1454046" cy="646331"/>
          </a:xfrm>
          <a:prstGeom prst="rect">
            <a:avLst/>
          </a:prstGeom>
          <a:noFill/>
        </p:spPr>
        <p:txBody>
          <a:bodyPr wrap="square" rtlCol="0">
            <a:spAutoFit/>
          </a:bodyPr>
          <a:lstStyle/>
          <a:p>
            <a:r>
              <a:rPr lang="en-GB" dirty="0"/>
              <a:t>Enter login details</a:t>
            </a:r>
          </a:p>
        </p:txBody>
      </p:sp>
      <p:cxnSp>
        <p:nvCxnSpPr>
          <p:cNvPr id="30" name="Straight Arrow Connector 29">
            <a:extLst>
              <a:ext uri="{FF2B5EF4-FFF2-40B4-BE49-F238E27FC236}">
                <a16:creationId xmlns:a16="http://schemas.microsoft.com/office/drawing/2014/main" id="{A65D5E72-CCCB-BF50-FDF9-E2C510582829}"/>
              </a:ext>
            </a:extLst>
          </p:cNvPr>
          <p:cNvCxnSpPr>
            <a:stCxn id="28" idx="1"/>
          </p:cNvCxnSpPr>
          <p:nvPr/>
        </p:nvCxnSpPr>
        <p:spPr>
          <a:xfrm flipH="1">
            <a:off x="6940446" y="2586063"/>
            <a:ext cx="2938072" cy="3887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A6734964-9492-475C-CA4A-4334E6884D03}"/>
              </a:ext>
            </a:extLst>
          </p:cNvPr>
          <p:cNvCxnSpPr/>
          <p:nvPr/>
        </p:nvCxnSpPr>
        <p:spPr>
          <a:xfrm flipH="1">
            <a:off x="7179264" y="4062527"/>
            <a:ext cx="2938072" cy="3887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7D385F25-16E1-405D-37DF-BFD533D8DB4B}"/>
              </a:ext>
            </a:extLst>
          </p:cNvPr>
          <p:cNvSpPr txBox="1"/>
          <p:nvPr/>
        </p:nvSpPr>
        <p:spPr>
          <a:xfrm>
            <a:off x="10166251" y="3762997"/>
            <a:ext cx="1454046" cy="923330"/>
          </a:xfrm>
          <a:prstGeom prst="rect">
            <a:avLst/>
          </a:prstGeom>
          <a:noFill/>
        </p:spPr>
        <p:txBody>
          <a:bodyPr wrap="square" rtlCol="0">
            <a:spAutoFit/>
          </a:bodyPr>
          <a:lstStyle/>
          <a:p>
            <a:r>
              <a:rPr lang="en-GB"/>
              <a:t>Click to reset login details</a:t>
            </a:r>
          </a:p>
        </p:txBody>
      </p:sp>
      <p:sp>
        <p:nvSpPr>
          <p:cNvPr id="33" name="Title 1">
            <a:extLst>
              <a:ext uri="{FF2B5EF4-FFF2-40B4-BE49-F238E27FC236}">
                <a16:creationId xmlns:a16="http://schemas.microsoft.com/office/drawing/2014/main" id="{952C40A6-3B5B-2FC8-9049-A6EBDE419D2D}"/>
              </a:ext>
            </a:extLst>
          </p:cNvPr>
          <p:cNvSpPr>
            <a:spLocks noGrp="1"/>
          </p:cNvSpPr>
          <p:nvPr>
            <p:ph type="title"/>
          </p:nvPr>
        </p:nvSpPr>
        <p:spPr>
          <a:xfrm>
            <a:off x="114274" y="27470"/>
            <a:ext cx="10515600" cy="1325563"/>
          </a:xfrm>
        </p:spPr>
        <p:txBody>
          <a:bodyPr/>
          <a:lstStyle/>
          <a:p>
            <a:r>
              <a:rPr lang="en-GB"/>
              <a:t>Ui of the login page- wireframe </a:t>
            </a:r>
          </a:p>
        </p:txBody>
      </p:sp>
      <p:cxnSp>
        <p:nvCxnSpPr>
          <p:cNvPr id="3" name="Straight Arrow Connector 2">
            <a:extLst>
              <a:ext uri="{FF2B5EF4-FFF2-40B4-BE49-F238E27FC236}">
                <a16:creationId xmlns:a16="http://schemas.microsoft.com/office/drawing/2014/main" id="{975A1CA5-6EC1-975A-F5F6-C17BA4A34F85}"/>
              </a:ext>
            </a:extLst>
          </p:cNvPr>
          <p:cNvCxnSpPr>
            <a:cxnSpLocks/>
          </p:cNvCxnSpPr>
          <p:nvPr/>
        </p:nvCxnSpPr>
        <p:spPr>
          <a:xfrm>
            <a:off x="1633491" y="3278938"/>
            <a:ext cx="3738583" cy="7189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37B2DD30-BD0A-EB41-DA8F-D13B56E37909}"/>
              </a:ext>
            </a:extLst>
          </p:cNvPr>
          <p:cNvSpPr txBox="1"/>
          <p:nvPr/>
        </p:nvSpPr>
        <p:spPr>
          <a:xfrm>
            <a:off x="532164" y="2609484"/>
            <a:ext cx="1454046" cy="1200329"/>
          </a:xfrm>
          <a:prstGeom prst="rect">
            <a:avLst/>
          </a:prstGeom>
          <a:noFill/>
        </p:spPr>
        <p:txBody>
          <a:bodyPr wrap="square" rtlCol="0">
            <a:spAutoFit/>
          </a:bodyPr>
          <a:lstStyle/>
          <a:p>
            <a:r>
              <a:rPr lang="en-GB" dirty="0"/>
              <a:t>Click to submit login details</a:t>
            </a:r>
          </a:p>
        </p:txBody>
      </p:sp>
    </p:spTree>
    <p:extLst>
      <p:ext uri="{BB962C8B-B14F-4D97-AF65-F5344CB8AC3E}">
        <p14:creationId xmlns:p14="http://schemas.microsoft.com/office/powerpoint/2010/main" val="1914540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102365E-5ACA-3BD6-ACB9-F57FF7349E2D}"/>
              </a:ext>
            </a:extLst>
          </p:cNvPr>
          <p:cNvGrpSpPr/>
          <p:nvPr/>
        </p:nvGrpSpPr>
        <p:grpSpPr>
          <a:xfrm>
            <a:off x="3124887" y="1004341"/>
            <a:ext cx="6540379" cy="5561351"/>
            <a:chOff x="0" y="0"/>
            <a:chExt cx="6115050" cy="5010150"/>
          </a:xfrm>
        </p:grpSpPr>
        <p:sp>
          <p:nvSpPr>
            <p:cNvPr id="5" name="Rectangle 4">
              <a:extLst>
                <a:ext uri="{FF2B5EF4-FFF2-40B4-BE49-F238E27FC236}">
                  <a16:creationId xmlns:a16="http://schemas.microsoft.com/office/drawing/2014/main" id="{31AFFC35-E5BE-997F-96D0-F5962E02F840}"/>
                </a:ext>
              </a:extLst>
            </p:cNvPr>
            <p:cNvSpPr/>
            <p:nvPr/>
          </p:nvSpPr>
          <p:spPr>
            <a:xfrm>
              <a:off x="2705100" y="4552950"/>
              <a:ext cx="819150" cy="409575"/>
            </a:xfrm>
            <a:prstGeom prst="rect">
              <a:avLst/>
            </a:prstGeom>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6" name="Rectangle 5">
              <a:extLst>
                <a:ext uri="{FF2B5EF4-FFF2-40B4-BE49-F238E27FC236}">
                  <a16:creationId xmlns:a16="http://schemas.microsoft.com/office/drawing/2014/main" id="{AEEDAD59-0160-24A5-E613-6AB2E8BEF4A6}"/>
                </a:ext>
              </a:extLst>
            </p:cNvPr>
            <p:cNvSpPr/>
            <p:nvPr/>
          </p:nvSpPr>
          <p:spPr>
            <a:xfrm>
              <a:off x="0" y="0"/>
              <a:ext cx="6115050" cy="4552950"/>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nvGrpSpPr>
            <p:cNvPr id="7" name="Group 6">
              <a:extLst>
                <a:ext uri="{FF2B5EF4-FFF2-40B4-BE49-F238E27FC236}">
                  <a16:creationId xmlns:a16="http://schemas.microsoft.com/office/drawing/2014/main" id="{88688E3A-07F6-52D6-4C31-E77CD8F5027D}"/>
                </a:ext>
              </a:extLst>
            </p:cNvPr>
            <p:cNvGrpSpPr/>
            <p:nvPr/>
          </p:nvGrpSpPr>
          <p:grpSpPr>
            <a:xfrm>
              <a:off x="123825" y="142875"/>
              <a:ext cx="5848350" cy="4114800"/>
              <a:chOff x="0" y="0"/>
              <a:chExt cx="5848350" cy="4114800"/>
            </a:xfrm>
          </p:grpSpPr>
          <p:sp>
            <p:nvSpPr>
              <p:cNvPr id="9" name="Rounded Rectangle 2">
                <a:extLst>
                  <a:ext uri="{FF2B5EF4-FFF2-40B4-BE49-F238E27FC236}">
                    <a16:creationId xmlns:a16="http://schemas.microsoft.com/office/drawing/2014/main" id="{6EEBB026-B358-7569-F01F-834836A28B63}"/>
                  </a:ext>
                </a:extLst>
              </p:cNvPr>
              <p:cNvSpPr/>
              <p:nvPr/>
            </p:nvSpPr>
            <p:spPr>
              <a:xfrm>
                <a:off x="0" y="0"/>
                <a:ext cx="5848350" cy="4114800"/>
              </a:xfrm>
              <a:prstGeom prst="roundRect">
                <a:avLst>
                  <a:gd name="adj" fmla="val 2316"/>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0" name="Rounded Rectangle 3">
                <a:extLst>
                  <a:ext uri="{FF2B5EF4-FFF2-40B4-BE49-F238E27FC236}">
                    <a16:creationId xmlns:a16="http://schemas.microsoft.com/office/drawing/2014/main" id="{292DDB5B-ECE6-DAE0-67D0-2439D37DB680}"/>
                  </a:ext>
                </a:extLst>
              </p:cNvPr>
              <p:cNvSpPr/>
              <p:nvPr/>
            </p:nvSpPr>
            <p:spPr>
              <a:xfrm>
                <a:off x="556260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1" name="Rounded Rectangle 4">
                <a:extLst>
                  <a:ext uri="{FF2B5EF4-FFF2-40B4-BE49-F238E27FC236}">
                    <a16:creationId xmlns:a16="http://schemas.microsoft.com/office/drawing/2014/main" id="{A49A94AF-C4A0-D288-3E4D-03200570A88F}"/>
                  </a:ext>
                </a:extLst>
              </p:cNvPr>
              <p:cNvSpPr/>
              <p:nvPr/>
            </p:nvSpPr>
            <p:spPr>
              <a:xfrm>
                <a:off x="531495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2" name="Rounded Rectangle 5">
                <a:extLst>
                  <a:ext uri="{FF2B5EF4-FFF2-40B4-BE49-F238E27FC236}">
                    <a16:creationId xmlns:a16="http://schemas.microsoft.com/office/drawing/2014/main" id="{EE53A78D-7B23-4B30-B5DD-AEB868703872}"/>
                  </a:ext>
                </a:extLst>
              </p:cNvPr>
              <p:cNvSpPr/>
              <p:nvPr/>
            </p:nvSpPr>
            <p:spPr>
              <a:xfrm>
                <a:off x="508635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cxnSp>
            <p:nvCxnSpPr>
              <p:cNvPr id="13" name="Straight Connector 12">
                <a:extLst>
                  <a:ext uri="{FF2B5EF4-FFF2-40B4-BE49-F238E27FC236}">
                    <a16:creationId xmlns:a16="http://schemas.microsoft.com/office/drawing/2014/main" id="{7884FC12-610A-FC96-8D82-42381912BE27}"/>
                  </a:ext>
                </a:extLst>
              </p:cNvPr>
              <p:cNvCxnSpPr/>
              <p:nvPr/>
            </p:nvCxnSpPr>
            <p:spPr>
              <a:xfrm>
                <a:off x="0" y="352425"/>
                <a:ext cx="5848350" cy="0"/>
              </a:xfrm>
              <a:prstGeom prst="line">
                <a:avLst/>
              </a:prstGeom>
              <a:ln/>
            </p:spPr>
            <p:style>
              <a:lnRef idx="1">
                <a:schemeClr val="dk1"/>
              </a:lnRef>
              <a:fillRef idx="0">
                <a:schemeClr val="dk1"/>
              </a:fillRef>
              <a:effectRef idx="0">
                <a:schemeClr val="dk1"/>
              </a:effectRef>
              <a:fontRef idx="minor">
                <a:schemeClr val="tx1"/>
              </a:fontRef>
            </p:style>
          </p:cxnSp>
          <p:grpSp>
            <p:nvGrpSpPr>
              <p:cNvPr id="14" name="Group 13">
                <a:extLst>
                  <a:ext uri="{FF2B5EF4-FFF2-40B4-BE49-F238E27FC236}">
                    <a16:creationId xmlns:a16="http://schemas.microsoft.com/office/drawing/2014/main" id="{78042B43-D65A-BAAD-B1AD-35636AF2A2FE}"/>
                  </a:ext>
                </a:extLst>
              </p:cNvPr>
              <p:cNvGrpSpPr/>
              <p:nvPr/>
            </p:nvGrpSpPr>
            <p:grpSpPr>
              <a:xfrm rot="2700000">
                <a:off x="5572125" y="104775"/>
                <a:ext cx="147956" cy="147955"/>
                <a:chOff x="0" y="0"/>
                <a:chExt cx="3313748" cy="3313748"/>
              </a:xfrm>
            </p:grpSpPr>
            <p:sp>
              <p:nvSpPr>
                <p:cNvPr id="19" name="Rectangle 18">
                  <a:extLst>
                    <a:ext uri="{FF2B5EF4-FFF2-40B4-BE49-F238E27FC236}">
                      <a16:creationId xmlns:a16="http://schemas.microsoft.com/office/drawing/2014/main" id="{097F53EF-CBE2-E048-E38D-ADAD73082A62}"/>
                    </a:ext>
                  </a:extLst>
                </p:cNvPr>
                <p:cNvSpPr/>
                <p:nvPr/>
              </p:nvSpPr>
              <p:spPr>
                <a:xfrm>
                  <a:off x="1318736" y="0"/>
                  <a:ext cx="676275" cy="331374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20" name="Rectangle 19">
                  <a:extLst>
                    <a:ext uri="{FF2B5EF4-FFF2-40B4-BE49-F238E27FC236}">
                      <a16:creationId xmlns:a16="http://schemas.microsoft.com/office/drawing/2014/main" id="{FBF24B68-A456-B99C-78D7-FD3F798F0390}"/>
                    </a:ext>
                  </a:extLst>
                </p:cNvPr>
                <p:cNvSpPr/>
                <p:nvPr/>
              </p:nvSpPr>
              <p:spPr>
                <a:xfrm rot="5400000">
                  <a:off x="1318736" y="0"/>
                  <a:ext cx="676275" cy="331374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grpSp>
            <p:nvGrpSpPr>
              <p:cNvPr id="15" name="Group 14">
                <a:extLst>
                  <a:ext uri="{FF2B5EF4-FFF2-40B4-BE49-F238E27FC236}">
                    <a16:creationId xmlns:a16="http://schemas.microsoft.com/office/drawing/2014/main" id="{15886EF0-0D67-2078-1DB1-9B054D554E02}"/>
                  </a:ext>
                </a:extLst>
              </p:cNvPr>
              <p:cNvGrpSpPr/>
              <p:nvPr/>
            </p:nvGrpSpPr>
            <p:grpSpPr>
              <a:xfrm>
                <a:off x="5353050" y="123825"/>
                <a:ext cx="97737" cy="97233"/>
                <a:chOff x="0" y="0"/>
                <a:chExt cx="157277" cy="156744"/>
              </a:xfrm>
            </p:grpSpPr>
            <p:sp>
              <p:nvSpPr>
                <p:cNvPr id="17" name="Rectangle 16">
                  <a:extLst>
                    <a:ext uri="{FF2B5EF4-FFF2-40B4-BE49-F238E27FC236}">
                      <a16:creationId xmlns:a16="http://schemas.microsoft.com/office/drawing/2014/main" id="{EFFF51DD-5273-4D4A-7E2D-EB863540A482}"/>
                    </a:ext>
                  </a:extLst>
                </p:cNvPr>
                <p:cNvSpPr/>
                <p:nvPr/>
              </p:nvSpPr>
              <p:spPr>
                <a:xfrm>
                  <a:off x="32919" y="0"/>
                  <a:ext cx="124358" cy="124358"/>
                </a:xfrm>
                <a:prstGeom prst="rect">
                  <a:avLst/>
                </a:prstGeom>
                <a:solidFill>
                  <a:schemeClr val="bg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8" name="Rectangle 17">
                  <a:extLst>
                    <a:ext uri="{FF2B5EF4-FFF2-40B4-BE49-F238E27FC236}">
                      <a16:creationId xmlns:a16="http://schemas.microsoft.com/office/drawing/2014/main" id="{834C54B7-9524-599B-8A61-8A1CBAC22618}"/>
                    </a:ext>
                  </a:extLst>
                </p:cNvPr>
                <p:cNvSpPr/>
                <p:nvPr/>
              </p:nvSpPr>
              <p:spPr>
                <a:xfrm>
                  <a:off x="0" y="32919"/>
                  <a:ext cx="123825" cy="123825"/>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sp>
            <p:nvSpPr>
              <p:cNvPr id="16" name="Rectangle 15">
                <a:extLst>
                  <a:ext uri="{FF2B5EF4-FFF2-40B4-BE49-F238E27FC236}">
                    <a16:creationId xmlns:a16="http://schemas.microsoft.com/office/drawing/2014/main" id="{DBC07735-A8D0-383B-32AB-E969D0DC7D3E}"/>
                  </a:ext>
                </a:extLst>
              </p:cNvPr>
              <p:cNvSpPr/>
              <p:nvPr/>
            </p:nvSpPr>
            <p:spPr>
              <a:xfrm>
                <a:off x="5124450" y="190500"/>
                <a:ext cx="106070" cy="45719"/>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sp>
          <p:nvSpPr>
            <p:cNvPr id="8" name="Oval 7">
              <a:extLst>
                <a:ext uri="{FF2B5EF4-FFF2-40B4-BE49-F238E27FC236}">
                  <a16:creationId xmlns:a16="http://schemas.microsoft.com/office/drawing/2014/main" id="{73DC6E23-55A3-06D0-5FC4-04E09E472643}"/>
                </a:ext>
              </a:extLst>
            </p:cNvPr>
            <p:cNvSpPr/>
            <p:nvPr/>
          </p:nvSpPr>
          <p:spPr>
            <a:xfrm>
              <a:off x="866775" y="4810125"/>
              <a:ext cx="4514850" cy="200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graphicFrame>
        <p:nvGraphicFramePr>
          <p:cNvPr id="47" name="Table 47">
            <a:extLst>
              <a:ext uri="{FF2B5EF4-FFF2-40B4-BE49-F238E27FC236}">
                <a16:creationId xmlns:a16="http://schemas.microsoft.com/office/drawing/2014/main" id="{1C39B4C4-C5D4-DC4C-38F6-910DD6F80D82}"/>
              </a:ext>
            </a:extLst>
          </p:cNvPr>
          <p:cNvGraphicFramePr>
            <a:graphicFrameLocks noGrp="1"/>
          </p:cNvGraphicFramePr>
          <p:nvPr>
            <p:extLst>
              <p:ext uri="{D42A27DB-BD31-4B8C-83A1-F6EECF244321}">
                <p14:modId xmlns:p14="http://schemas.microsoft.com/office/powerpoint/2010/main" val="2084733794"/>
              </p:ext>
            </p:extLst>
          </p:nvPr>
        </p:nvGraphicFramePr>
        <p:xfrm>
          <a:off x="3959519" y="1636972"/>
          <a:ext cx="4778685" cy="3039955"/>
        </p:xfrm>
        <a:graphic>
          <a:graphicData uri="http://schemas.openxmlformats.org/drawingml/2006/table">
            <a:tbl>
              <a:tblPr firstRow="1" bandRow="1">
                <a:tableStyleId>{5C22544A-7EE6-4342-B048-85BDC9FD1C3A}</a:tableStyleId>
              </a:tblPr>
              <a:tblGrid>
                <a:gridCol w="955737">
                  <a:extLst>
                    <a:ext uri="{9D8B030D-6E8A-4147-A177-3AD203B41FA5}">
                      <a16:colId xmlns:a16="http://schemas.microsoft.com/office/drawing/2014/main" val="508320921"/>
                    </a:ext>
                  </a:extLst>
                </a:gridCol>
                <a:gridCol w="955737">
                  <a:extLst>
                    <a:ext uri="{9D8B030D-6E8A-4147-A177-3AD203B41FA5}">
                      <a16:colId xmlns:a16="http://schemas.microsoft.com/office/drawing/2014/main" val="2903334421"/>
                    </a:ext>
                  </a:extLst>
                </a:gridCol>
                <a:gridCol w="955737">
                  <a:extLst>
                    <a:ext uri="{9D8B030D-6E8A-4147-A177-3AD203B41FA5}">
                      <a16:colId xmlns:a16="http://schemas.microsoft.com/office/drawing/2014/main" val="2892434403"/>
                    </a:ext>
                  </a:extLst>
                </a:gridCol>
                <a:gridCol w="955737">
                  <a:extLst>
                    <a:ext uri="{9D8B030D-6E8A-4147-A177-3AD203B41FA5}">
                      <a16:colId xmlns:a16="http://schemas.microsoft.com/office/drawing/2014/main" val="1682524357"/>
                    </a:ext>
                  </a:extLst>
                </a:gridCol>
                <a:gridCol w="955737">
                  <a:extLst>
                    <a:ext uri="{9D8B030D-6E8A-4147-A177-3AD203B41FA5}">
                      <a16:colId xmlns:a16="http://schemas.microsoft.com/office/drawing/2014/main" val="3816604355"/>
                    </a:ext>
                  </a:extLst>
                </a:gridCol>
              </a:tblGrid>
              <a:tr h="607991">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extLst>
                  <a:ext uri="{0D108BD9-81ED-4DB2-BD59-A6C34878D82A}">
                    <a16:rowId xmlns:a16="http://schemas.microsoft.com/office/drawing/2014/main" val="1333863447"/>
                  </a:ext>
                </a:extLst>
              </a:tr>
              <a:tr h="607991">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extLst>
                  <a:ext uri="{0D108BD9-81ED-4DB2-BD59-A6C34878D82A}">
                    <a16:rowId xmlns:a16="http://schemas.microsoft.com/office/drawing/2014/main" val="1879036069"/>
                  </a:ext>
                </a:extLst>
              </a:tr>
              <a:tr h="607991">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extLst>
                  <a:ext uri="{0D108BD9-81ED-4DB2-BD59-A6C34878D82A}">
                    <a16:rowId xmlns:a16="http://schemas.microsoft.com/office/drawing/2014/main" val="1629108229"/>
                  </a:ext>
                </a:extLst>
              </a:tr>
              <a:tr h="607991">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extLst>
                  <a:ext uri="{0D108BD9-81ED-4DB2-BD59-A6C34878D82A}">
                    <a16:rowId xmlns:a16="http://schemas.microsoft.com/office/drawing/2014/main" val="14743607"/>
                  </a:ext>
                </a:extLst>
              </a:tr>
              <a:tr h="607991">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tc>
                  <a:txBody>
                    <a:bodyPr/>
                    <a:lstStyle/>
                    <a:p>
                      <a:endParaRPr lang="en-GB"/>
                    </a:p>
                  </a:txBody>
                  <a:tcPr>
                    <a:solidFill>
                      <a:schemeClr val="tx1">
                        <a:lumMod val="75000"/>
                      </a:schemeClr>
                    </a:solidFill>
                  </a:tcPr>
                </a:tc>
                <a:extLst>
                  <a:ext uri="{0D108BD9-81ED-4DB2-BD59-A6C34878D82A}">
                    <a16:rowId xmlns:a16="http://schemas.microsoft.com/office/drawing/2014/main" val="2607259621"/>
                  </a:ext>
                </a:extLst>
              </a:tr>
            </a:tbl>
          </a:graphicData>
        </a:graphic>
      </p:graphicFrame>
      <p:sp>
        <p:nvSpPr>
          <p:cNvPr id="48" name="TextBox 47">
            <a:extLst>
              <a:ext uri="{FF2B5EF4-FFF2-40B4-BE49-F238E27FC236}">
                <a16:creationId xmlns:a16="http://schemas.microsoft.com/office/drawing/2014/main" id="{C3F1583D-DC3B-D14C-254C-9E8B56BC97CA}"/>
              </a:ext>
            </a:extLst>
          </p:cNvPr>
          <p:cNvSpPr txBox="1"/>
          <p:nvPr/>
        </p:nvSpPr>
        <p:spPr>
          <a:xfrm>
            <a:off x="630554" y="1944960"/>
            <a:ext cx="1747245" cy="1754326"/>
          </a:xfrm>
          <a:prstGeom prst="rect">
            <a:avLst/>
          </a:prstGeom>
          <a:noFill/>
        </p:spPr>
        <p:txBody>
          <a:bodyPr wrap="square" rtlCol="0">
            <a:spAutoFit/>
          </a:bodyPr>
          <a:lstStyle/>
          <a:p>
            <a:r>
              <a:rPr lang="en-GB" dirty="0"/>
              <a:t>Grid of buttons if clicked the value within shall be revealed </a:t>
            </a:r>
          </a:p>
        </p:txBody>
      </p:sp>
      <p:sp>
        <p:nvSpPr>
          <p:cNvPr id="49" name="Title 1">
            <a:extLst>
              <a:ext uri="{FF2B5EF4-FFF2-40B4-BE49-F238E27FC236}">
                <a16:creationId xmlns:a16="http://schemas.microsoft.com/office/drawing/2014/main" id="{FCD30AFA-527F-A39E-0043-A276F0F9E75F}"/>
              </a:ext>
            </a:extLst>
          </p:cNvPr>
          <p:cNvSpPr>
            <a:spLocks noGrp="1"/>
          </p:cNvSpPr>
          <p:nvPr>
            <p:ph type="title"/>
          </p:nvPr>
        </p:nvSpPr>
        <p:spPr>
          <a:xfrm>
            <a:off x="114274" y="27470"/>
            <a:ext cx="10515600" cy="1325563"/>
          </a:xfrm>
        </p:spPr>
        <p:txBody>
          <a:bodyPr/>
          <a:lstStyle/>
          <a:p>
            <a:r>
              <a:rPr lang="en-GB"/>
              <a:t>Ui of the memory game- wireframe </a:t>
            </a:r>
          </a:p>
        </p:txBody>
      </p:sp>
    </p:spTree>
    <p:extLst>
      <p:ext uri="{BB962C8B-B14F-4D97-AF65-F5344CB8AC3E}">
        <p14:creationId xmlns:p14="http://schemas.microsoft.com/office/powerpoint/2010/main" val="1338269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102365E-5ACA-3BD6-ACB9-F57FF7349E2D}"/>
              </a:ext>
            </a:extLst>
          </p:cNvPr>
          <p:cNvGrpSpPr/>
          <p:nvPr/>
        </p:nvGrpSpPr>
        <p:grpSpPr>
          <a:xfrm>
            <a:off x="3124887" y="1004341"/>
            <a:ext cx="6540379" cy="5561351"/>
            <a:chOff x="0" y="0"/>
            <a:chExt cx="6115050" cy="5010150"/>
          </a:xfrm>
        </p:grpSpPr>
        <p:sp>
          <p:nvSpPr>
            <p:cNvPr id="5" name="Rectangle 4">
              <a:extLst>
                <a:ext uri="{FF2B5EF4-FFF2-40B4-BE49-F238E27FC236}">
                  <a16:creationId xmlns:a16="http://schemas.microsoft.com/office/drawing/2014/main" id="{31AFFC35-E5BE-997F-96D0-F5962E02F840}"/>
                </a:ext>
              </a:extLst>
            </p:cNvPr>
            <p:cNvSpPr/>
            <p:nvPr/>
          </p:nvSpPr>
          <p:spPr>
            <a:xfrm>
              <a:off x="2705100" y="4552950"/>
              <a:ext cx="819150" cy="409575"/>
            </a:xfrm>
            <a:prstGeom prst="rect">
              <a:avLst/>
            </a:prstGeom>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6" name="Rectangle 5">
              <a:extLst>
                <a:ext uri="{FF2B5EF4-FFF2-40B4-BE49-F238E27FC236}">
                  <a16:creationId xmlns:a16="http://schemas.microsoft.com/office/drawing/2014/main" id="{AEEDAD59-0160-24A5-E613-6AB2E8BEF4A6}"/>
                </a:ext>
              </a:extLst>
            </p:cNvPr>
            <p:cNvSpPr/>
            <p:nvPr/>
          </p:nvSpPr>
          <p:spPr>
            <a:xfrm>
              <a:off x="0" y="0"/>
              <a:ext cx="6115050" cy="4552950"/>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nvGrpSpPr>
            <p:cNvPr id="7" name="Group 6">
              <a:extLst>
                <a:ext uri="{FF2B5EF4-FFF2-40B4-BE49-F238E27FC236}">
                  <a16:creationId xmlns:a16="http://schemas.microsoft.com/office/drawing/2014/main" id="{88688E3A-07F6-52D6-4C31-E77CD8F5027D}"/>
                </a:ext>
              </a:extLst>
            </p:cNvPr>
            <p:cNvGrpSpPr/>
            <p:nvPr/>
          </p:nvGrpSpPr>
          <p:grpSpPr>
            <a:xfrm>
              <a:off x="123825" y="142875"/>
              <a:ext cx="5848350" cy="4114800"/>
              <a:chOff x="0" y="0"/>
              <a:chExt cx="5848350" cy="4114800"/>
            </a:xfrm>
          </p:grpSpPr>
          <p:sp>
            <p:nvSpPr>
              <p:cNvPr id="9" name="Rounded Rectangle 2">
                <a:extLst>
                  <a:ext uri="{FF2B5EF4-FFF2-40B4-BE49-F238E27FC236}">
                    <a16:creationId xmlns:a16="http://schemas.microsoft.com/office/drawing/2014/main" id="{6EEBB026-B358-7569-F01F-834836A28B63}"/>
                  </a:ext>
                </a:extLst>
              </p:cNvPr>
              <p:cNvSpPr/>
              <p:nvPr/>
            </p:nvSpPr>
            <p:spPr>
              <a:xfrm>
                <a:off x="0" y="0"/>
                <a:ext cx="5848350" cy="4114800"/>
              </a:xfrm>
              <a:prstGeom prst="roundRect">
                <a:avLst>
                  <a:gd name="adj" fmla="val 2316"/>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0" name="Rounded Rectangle 3">
                <a:extLst>
                  <a:ext uri="{FF2B5EF4-FFF2-40B4-BE49-F238E27FC236}">
                    <a16:creationId xmlns:a16="http://schemas.microsoft.com/office/drawing/2014/main" id="{292DDB5B-ECE6-DAE0-67D0-2439D37DB680}"/>
                  </a:ext>
                </a:extLst>
              </p:cNvPr>
              <p:cNvSpPr/>
              <p:nvPr/>
            </p:nvSpPr>
            <p:spPr>
              <a:xfrm>
                <a:off x="556260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1" name="Rounded Rectangle 4">
                <a:extLst>
                  <a:ext uri="{FF2B5EF4-FFF2-40B4-BE49-F238E27FC236}">
                    <a16:creationId xmlns:a16="http://schemas.microsoft.com/office/drawing/2014/main" id="{A49A94AF-C4A0-D288-3E4D-03200570A88F}"/>
                  </a:ext>
                </a:extLst>
              </p:cNvPr>
              <p:cNvSpPr/>
              <p:nvPr/>
            </p:nvSpPr>
            <p:spPr>
              <a:xfrm>
                <a:off x="531495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2" name="Rounded Rectangle 5">
                <a:extLst>
                  <a:ext uri="{FF2B5EF4-FFF2-40B4-BE49-F238E27FC236}">
                    <a16:creationId xmlns:a16="http://schemas.microsoft.com/office/drawing/2014/main" id="{EE53A78D-7B23-4B30-B5DD-AEB868703872}"/>
                  </a:ext>
                </a:extLst>
              </p:cNvPr>
              <p:cNvSpPr/>
              <p:nvPr/>
            </p:nvSpPr>
            <p:spPr>
              <a:xfrm>
                <a:off x="508635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cxnSp>
            <p:nvCxnSpPr>
              <p:cNvPr id="13" name="Straight Connector 12">
                <a:extLst>
                  <a:ext uri="{FF2B5EF4-FFF2-40B4-BE49-F238E27FC236}">
                    <a16:creationId xmlns:a16="http://schemas.microsoft.com/office/drawing/2014/main" id="{7884FC12-610A-FC96-8D82-42381912BE27}"/>
                  </a:ext>
                </a:extLst>
              </p:cNvPr>
              <p:cNvCxnSpPr/>
              <p:nvPr/>
            </p:nvCxnSpPr>
            <p:spPr>
              <a:xfrm>
                <a:off x="0" y="352425"/>
                <a:ext cx="5848350" cy="0"/>
              </a:xfrm>
              <a:prstGeom prst="line">
                <a:avLst/>
              </a:prstGeom>
              <a:ln/>
            </p:spPr>
            <p:style>
              <a:lnRef idx="1">
                <a:schemeClr val="dk1"/>
              </a:lnRef>
              <a:fillRef idx="0">
                <a:schemeClr val="dk1"/>
              </a:fillRef>
              <a:effectRef idx="0">
                <a:schemeClr val="dk1"/>
              </a:effectRef>
              <a:fontRef idx="minor">
                <a:schemeClr val="tx1"/>
              </a:fontRef>
            </p:style>
          </p:cxnSp>
          <p:grpSp>
            <p:nvGrpSpPr>
              <p:cNvPr id="14" name="Group 13">
                <a:extLst>
                  <a:ext uri="{FF2B5EF4-FFF2-40B4-BE49-F238E27FC236}">
                    <a16:creationId xmlns:a16="http://schemas.microsoft.com/office/drawing/2014/main" id="{78042B43-D65A-BAAD-B1AD-35636AF2A2FE}"/>
                  </a:ext>
                </a:extLst>
              </p:cNvPr>
              <p:cNvGrpSpPr/>
              <p:nvPr/>
            </p:nvGrpSpPr>
            <p:grpSpPr>
              <a:xfrm rot="2700000">
                <a:off x="5572125" y="104775"/>
                <a:ext cx="147956" cy="147955"/>
                <a:chOff x="0" y="0"/>
                <a:chExt cx="3313748" cy="3313748"/>
              </a:xfrm>
            </p:grpSpPr>
            <p:sp>
              <p:nvSpPr>
                <p:cNvPr id="19" name="Rectangle 18">
                  <a:extLst>
                    <a:ext uri="{FF2B5EF4-FFF2-40B4-BE49-F238E27FC236}">
                      <a16:creationId xmlns:a16="http://schemas.microsoft.com/office/drawing/2014/main" id="{097F53EF-CBE2-E048-E38D-ADAD73082A62}"/>
                    </a:ext>
                  </a:extLst>
                </p:cNvPr>
                <p:cNvSpPr/>
                <p:nvPr/>
              </p:nvSpPr>
              <p:spPr>
                <a:xfrm>
                  <a:off x="1318736" y="0"/>
                  <a:ext cx="676275" cy="331374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20" name="Rectangle 19">
                  <a:extLst>
                    <a:ext uri="{FF2B5EF4-FFF2-40B4-BE49-F238E27FC236}">
                      <a16:creationId xmlns:a16="http://schemas.microsoft.com/office/drawing/2014/main" id="{FBF24B68-A456-B99C-78D7-FD3F798F0390}"/>
                    </a:ext>
                  </a:extLst>
                </p:cNvPr>
                <p:cNvSpPr/>
                <p:nvPr/>
              </p:nvSpPr>
              <p:spPr>
                <a:xfrm rot="5400000">
                  <a:off x="1318736" y="0"/>
                  <a:ext cx="676275" cy="331374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grpSp>
            <p:nvGrpSpPr>
              <p:cNvPr id="15" name="Group 14">
                <a:extLst>
                  <a:ext uri="{FF2B5EF4-FFF2-40B4-BE49-F238E27FC236}">
                    <a16:creationId xmlns:a16="http://schemas.microsoft.com/office/drawing/2014/main" id="{15886EF0-0D67-2078-1DB1-9B054D554E02}"/>
                  </a:ext>
                </a:extLst>
              </p:cNvPr>
              <p:cNvGrpSpPr/>
              <p:nvPr/>
            </p:nvGrpSpPr>
            <p:grpSpPr>
              <a:xfrm>
                <a:off x="5353050" y="123825"/>
                <a:ext cx="97737" cy="97233"/>
                <a:chOff x="0" y="0"/>
                <a:chExt cx="157277" cy="156744"/>
              </a:xfrm>
            </p:grpSpPr>
            <p:sp>
              <p:nvSpPr>
                <p:cNvPr id="17" name="Rectangle 16">
                  <a:extLst>
                    <a:ext uri="{FF2B5EF4-FFF2-40B4-BE49-F238E27FC236}">
                      <a16:creationId xmlns:a16="http://schemas.microsoft.com/office/drawing/2014/main" id="{EFFF51DD-5273-4D4A-7E2D-EB863540A482}"/>
                    </a:ext>
                  </a:extLst>
                </p:cNvPr>
                <p:cNvSpPr/>
                <p:nvPr/>
              </p:nvSpPr>
              <p:spPr>
                <a:xfrm>
                  <a:off x="32919" y="0"/>
                  <a:ext cx="124358" cy="124358"/>
                </a:xfrm>
                <a:prstGeom prst="rect">
                  <a:avLst/>
                </a:prstGeom>
                <a:solidFill>
                  <a:schemeClr val="bg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8" name="Rectangle 17">
                  <a:extLst>
                    <a:ext uri="{FF2B5EF4-FFF2-40B4-BE49-F238E27FC236}">
                      <a16:creationId xmlns:a16="http://schemas.microsoft.com/office/drawing/2014/main" id="{834C54B7-9524-599B-8A61-8A1CBAC22618}"/>
                    </a:ext>
                  </a:extLst>
                </p:cNvPr>
                <p:cNvSpPr/>
                <p:nvPr/>
              </p:nvSpPr>
              <p:spPr>
                <a:xfrm>
                  <a:off x="0" y="32919"/>
                  <a:ext cx="123825" cy="123825"/>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sp>
            <p:nvSpPr>
              <p:cNvPr id="16" name="Rectangle 15">
                <a:extLst>
                  <a:ext uri="{FF2B5EF4-FFF2-40B4-BE49-F238E27FC236}">
                    <a16:creationId xmlns:a16="http://schemas.microsoft.com/office/drawing/2014/main" id="{DBC07735-A8D0-383B-32AB-E969D0DC7D3E}"/>
                  </a:ext>
                </a:extLst>
              </p:cNvPr>
              <p:cNvSpPr/>
              <p:nvPr/>
            </p:nvSpPr>
            <p:spPr>
              <a:xfrm>
                <a:off x="5124450" y="190500"/>
                <a:ext cx="106070" cy="45719"/>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sp>
          <p:nvSpPr>
            <p:cNvPr id="8" name="Oval 7">
              <a:extLst>
                <a:ext uri="{FF2B5EF4-FFF2-40B4-BE49-F238E27FC236}">
                  <a16:creationId xmlns:a16="http://schemas.microsoft.com/office/drawing/2014/main" id="{73DC6E23-55A3-06D0-5FC4-04E09E472643}"/>
                </a:ext>
              </a:extLst>
            </p:cNvPr>
            <p:cNvSpPr/>
            <p:nvPr/>
          </p:nvSpPr>
          <p:spPr>
            <a:xfrm>
              <a:off x="866775" y="4810125"/>
              <a:ext cx="4514850" cy="200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graphicFrame>
        <p:nvGraphicFramePr>
          <p:cNvPr id="47" name="Table 47">
            <a:extLst>
              <a:ext uri="{FF2B5EF4-FFF2-40B4-BE49-F238E27FC236}">
                <a16:creationId xmlns:a16="http://schemas.microsoft.com/office/drawing/2014/main" id="{1C39B4C4-C5D4-DC4C-38F6-910DD6F80D82}"/>
              </a:ext>
            </a:extLst>
          </p:cNvPr>
          <p:cNvGraphicFramePr>
            <a:graphicFrameLocks noGrp="1"/>
          </p:cNvGraphicFramePr>
          <p:nvPr>
            <p:extLst>
              <p:ext uri="{D42A27DB-BD31-4B8C-83A1-F6EECF244321}">
                <p14:modId xmlns:p14="http://schemas.microsoft.com/office/powerpoint/2010/main" val="361563780"/>
              </p:ext>
            </p:extLst>
          </p:nvPr>
        </p:nvGraphicFramePr>
        <p:xfrm>
          <a:off x="3959519" y="1636970"/>
          <a:ext cx="4778685" cy="1555930"/>
        </p:xfrm>
        <a:graphic>
          <a:graphicData uri="http://schemas.openxmlformats.org/drawingml/2006/table">
            <a:tbl>
              <a:tblPr firstRow="1" bandRow="1">
                <a:tableStyleId>{5C22544A-7EE6-4342-B048-85BDC9FD1C3A}</a:tableStyleId>
              </a:tblPr>
              <a:tblGrid>
                <a:gridCol w="955737">
                  <a:extLst>
                    <a:ext uri="{9D8B030D-6E8A-4147-A177-3AD203B41FA5}">
                      <a16:colId xmlns:a16="http://schemas.microsoft.com/office/drawing/2014/main" val="508320921"/>
                    </a:ext>
                  </a:extLst>
                </a:gridCol>
                <a:gridCol w="955737">
                  <a:extLst>
                    <a:ext uri="{9D8B030D-6E8A-4147-A177-3AD203B41FA5}">
                      <a16:colId xmlns:a16="http://schemas.microsoft.com/office/drawing/2014/main" val="2903334421"/>
                    </a:ext>
                  </a:extLst>
                </a:gridCol>
                <a:gridCol w="955737">
                  <a:extLst>
                    <a:ext uri="{9D8B030D-6E8A-4147-A177-3AD203B41FA5}">
                      <a16:colId xmlns:a16="http://schemas.microsoft.com/office/drawing/2014/main" val="2892434403"/>
                    </a:ext>
                  </a:extLst>
                </a:gridCol>
                <a:gridCol w="955737">
                  <a:extLst>
                    <a:ext uri="{9D8B030D-6E8A-4147-A177-3AD203B41FA5}">
                      <a16:colId xmlns:a16="http://schemas.microsoft.com/office/drawing/2014/main" val="1682524357"/>
                    </a:ext>
                  </a:extLst>
                </a:gridCol>
                <a:gridCol w="955737">
                  <a:extLst>
                    <a:ext uri="{9D8B030D-6E8A-4147-A177-3AD203B41FA5}">
                      <a16:colId xmlns:a16="http://schemas.microsoft.com/office/drawing/2014/main" val="3816604355"/>
                    </a:ext>
                  </a:extLst>
                </a:gridCol>
              </a:tblGrid>
              <a:tr h="777965">
                <a:tc>
                  <a:txBody>
                    <a:bodyPr/>
                    <a:lstStyle/>
                    <a:p>
                      <a:pPr algn="ctr"/>
                      <a:r>
                        <a:rPr lang="en-GB">
                          <a:solidFill>
                            <a:schemeClr val="bg1"/>
                          </a:solidFill>
                        </a:rPr>
                        <a:t>Ans1</a:t>
                      </a:r>
                    </a:p>
                  </a:txBody>
                  <a:tcPr>
                    <a:solidFill>
                      <a:schemeClr val="tx1">
                        <a:lumMod val="75000"/>
                      </a:schemeClr>
                    </a:solidFill>
                  </a:tcPr>
                </a:tc>
                <a:tc>
                  <a:txBody>
                    <a:bodyPr/>
                    <a:lstStyle/>
                    <a:p>
                      <a:pPr algn="ctr"/>
                      <a:r>
                        <a:rPr lang="en-GB">
                          <a:solidFill>
                            <a:schemeClr val="bg1"/>
                          </a:solidFill>
                        </a:rPr>
                        <a:t>Ans2</a:t>
                      </a:r>
                    </a:p>
                  </a:txBody>
                  <a:tcPr>
                    <a:solidFill>
                      <a:schemeClr val="tx1">
                        <a:lumMod val="75000"/>
                      </a:schemeClr>
                    </a:solidFill>
                  </a:tcPr>
                </a:tc>
                <a:tc>
                  <a:txBody>
                    <a:bodyPr/>
                    <a:lstStyle/>
                    <a:p>
                      <a:pPr algn="ctr"/>
                      <a:r>
                        <a:rPr lang="en-GB">
                          <a:solidFill>
                            <a:schemeClr val="bg1"/>
                          </a:solidFill>
                        </a:rPr>
                        <a:t>Ans3</a:t>
                      </a:r>
                    </a:p>
                  </a:txBody>
                  <a:tcPr>
                    <a:solidFill>
                      <a:schemeClr val="tx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solidFill>
                            <a:schemeClr val="bg1"/>
                          </a:solidFill>
                        </a:rPr>
                        <a:t>Ans4</a:t>
                      </a:r>
                    </a:p>
                  </a:txBody>
                  <a:tcPr>
                    <a:solidFill>
                      <a:schemeClr val="tx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solidFill>
                            <a:schemeClr val="bg1"/>
                          </a:solidFill>
                        </a:rPr>
                        <a:t>Ans5</a:t>
                      </a:r>
                    </a:p>
                  </a:txBody>
                  <a:tcPr>
                    <a:solidFill>
                      <a:schemeClr val="tx1">
                        <a:lumMod val="75000"/>
                      </a:schemeClr>
                    </a:solidFill>
                  </a:tcPr>
                </a:tc>
                <a:extLst>
                  <a:ext uri="{0D108BD9-81ED-4DB2-BD59-A6C34878D82A}">
                    <a16:rowId xmlns:a16="http://schemas.microsoft.com/office/drawing/2014/main" val="1333863447"/>
                  </a:ext>
                </a:extLst>
              </a:tr>
              <a:tr h="7779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i="0">
                          <a:solidFill>
                            <a:schemeClr val="bg1"/>
                          </a:solidFill>
                        </a:rPr>
                        <a:t>Ans6</a:t>
                      </a:r>
                    </a:p>
                  </a:txBody>
                  <a:tcPr>
                    <a:solidFill>
                      <a:schemeClr val="tx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i="0">
                          <a:solidFill>
                            <a:schemeClr val="bg1"/>
                          </a:solidFill>
                        </a:rPr>
                        <a:t>Ans7</a:t>
                      </a:r>
                    </a:p>
                  </a:txBody>
                  <a:tcPr>
                    <a:solidFill>
                      <a:schemeClr val="tx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i="0">
                          <a:solidFill>
                            <a:schemeClr val="bg1"/>
                          </a:solidFill>
                        </a:rPr>
                        <a:t>Ans8</a:t>
                      </a:r>
                    </a:p>
                  </a:txBody>
                  <a:tcPr>
                    <a:solidFill>
                      <a:schemeClr val="tx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i="0">
                          <a:solidFill>
                            <a:schemeClr val="bg1"/>
                          </a:solidFill>
                        </a:rPr>
                        <a:t>Ans9</a:t>
                      </a:r>
                    </a:p>
                  </a:txBody>
                  <a:tcPr>
                    <a:solidFill>
                      <a:schemeClr val="tx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i="0">
                          <a:solidFill>
                            <a:schemeClr val="bg1"/>
                          </a:solidFill>
                        </a:rPr>
                        <a:t>Ans10</a:t>
                      </a:r>
                    </a:p>
                  </a:txBody>
                  <a:tcPr>
                    <a:solidFill>
                      <a:schemeClr val="tx1">
                        <a:lumMod val="75000"/>
                      </a:schemeClr>
                    </a:solidFill>
                  </a:tcPr>
                </a:tc>
                <a:extLst>
                  <a:ext uri="{0D108BD9-81ED-4DB2-BD59-A6C34878D82A}">
                    <a16:rowId xmlns:a16="http://schemas.microsoft.com/office/drawing/2014/main" val="1879036069"/>
                  </a:ext>
                </a:extLst>
              </a:tr>
            </a:tbl>
          </a:graphicData>
        </a:graphic>
      </p:graphicFrame>
      <p:graphicFrame>
        <p:nvGraphicFramePr>
          <p:cNvPr id="2" name="Table 2">
            <a:extLst>
              <a:ext uri="{FF2B5EF4-FFF2-40B4-BE49-F238E27FC236}">
                <a16:creationId xmlns:a16="http://schemas.microsoft.com/office/drawing/2014/main" id="{ACF77F72-0725-E347-4BEE-387268FDAABF}"/>
              </a:ext>
            </a:extLst>
          </p:cNvPr>
          <p:cNvGraphicFramePr>
            <a:graphicFrameLocks noGrp="1"/>
          </p:cNvGraphicFramePr>
          <p:nvPr>
            <p:extLst>
              <p:ext uri="{D42A27DB-BD31-4B8C-83A1-F6EECF244321}">
                <p14:modId xmlns:p14="http://schemas.microsoft.com/office/powerpoint/2010/main" val="2342823626"/>
              </p:ext>
            </p:extLst>
          </p:nvPr>
        </p:nvGraphicFramePr>
        <p:xfrm>
          <a:off x="5910601" y="4707691"/>
          <a:ext cx="1224717" cy="1049173"/>
        </p:xfrm>
        <a:graphic>
          <a:graphicData uri="http://schemas.openxmlformats.org/drawingml/2006/table">
            <a:tbl>
              <a:tblPr firstRow="1" bandRow="1">
                <a:tableStyleId>{5C22544A-7EE6-4342-B048-85BDC9FD1C3A}</a:tableStyleId>
              </a:tblPr>
              <a:tblGrid>
                <a:gridCol w="1224717">
                  <a:extLst>
                    <a:ext uri="{9D8B030D-6E8A-4147-A177-3AD203B41FA5}">
                      <a16:colId xmlns:a16="http://schemas.microsoft.com/office/drawing/2014/main" val="2338453191"/>
                    </a:ext>
                  </a:extLst>
                </a:gridCol>
              </a:tblGrid>
              <a:tr h="1049173">
                <a:tc>
                  <a:txBody>
                    <a:bodyPr/>
                    <a:lstStyle/>
                    <a:p>
                      <a:endParaRPr lang="en-GB">
                        <a:solidFill>
                          <a:schemeClr val="bg1"/>
                        </a:solidFill>
                      </a:endParaRPr>
                    </a:p>
                    <a:p>
                      <a:r>
                        <a:rPr lang="en-GB">
                          <a:solidFill>
                            <a:schemeClr val="bg1"/>
                          </a:solidFill>
                        </a:rPr>
                        <a:t>Question</a:t>
                      </a:r>
                    </a:p>
                  </a:txBody>
                  <a:tcPr>
                    <a:solidFill>
                      <a:schemeClr val="tx1">
                        <a:lumMod val="75000"/>
                      </a:schemeClr>
                    </a:solidFill>
                  </a:tcPr>
                </a:tc>
                <a:extLst>
                  <a:ext uri="{0D108BD9-81ED-4DB2-BD59-A6C34878D82A}">
                    <a16:rowId xmlns:a16="http://schemas.microsoft.com/office/drawing/2014/main" val="3423250600"/>
                  </a:ext>
                </a:extLst>
              </a:tr>
            </a:tbl>
          </a:graphicData>
        </a:graphic>
      </p:graphicFrame>
      <p:sp>
        <p:nvSpPr>
          <p:cNvPr id="3" name="TextBox 2">
            <a:extLst>
              <a:ext uri="{FF2B5EF4-FFF2-40B4-BE49-F238E27FC236}">
                <a16:creationId xmlns:a16="http://schemas.microsoft.com/office/drawing/2014/main" id="{FBE20C25-195D-8C80-ACE0-E72D28C21824}"/>
              </a:ext>
            </a:extLst>
          </p:cNvPr>
          <p:cNvSpPr txBox="1"/>
          <p:nvPr/>
        </p:nvSpPr>
        <p:spPr>
          <a:xfrm>
            <a:off x="629587" y="1162935"/>
            <a:ext cx="1897147" cy="1200329"/>
          </a:xfrm>
          <a:prstGeom prst="rect">
            <a:avLst/>
          </a:prstGeom>
          <a:noFill/>
        </p:spPr>
        <p:txBody>
          <a:bodyPr wrap="square" rtlCol="0">
            <a:spAutoFit/>
          </a:bodyPr>
          <a:lstStyle/>
          <a:p>
            <a:r>
              <a:rPr lang="en-GB"/>
              <a:t>Generates10 answers at the beginning of the game </a:t>
            </a:r>
          </a:p>
        </p:txBody>
      </p:sp>
      <p:sp>
        <p:nvSpPr>
          <p:cNvPr id="21" name="TextBox 20">
            <a:extLst>
              <a:ext uri="{FF2B5EF4-FFF2-40B4-BE49-F238E27FC236}">
                <a16:creationId xmlns:a16="http://schemas.microsoft.com/office/drawing/2014/main" id="{75B14154-C757-8020-15B9-75AC31970F3C}"/>
              </a:ext>
            </a:extLst>
          </p:cNvPr>
          <p:cNvSpPr txBox="1"/>
          <p:nvPr/>
        </p:nvSpPr>
        <p:spPr>
          <a:xfrm>
            <a:off x="865736" y="4530103"/>
            <a:ext cx="1897147" cy="1200329"/>
          </a:xfrm>
          <a:prstGeom prst="rect">
            <a:avLst/>
          </a:prstGeom>
          <a:noFill/>
        </p:spPr>
        <p:txBody>
          <a:bodyPr wrap="square" rtlCol="0">
            <a:spAutoFit/>
          </a:bodyPr>
          <a:lstStyle/>
          <a:p>
            <a:r>
              <a:rPr lang="en-GB"/>
              <a:t>Generates the question which corresponds to 1 of the answers </a:t>
            </a:r>
          </a:p>
        </p:txBody>
      </p:sp>
      <p:cxnSp>
        <p:nvCxnSpPr>
          <p:cNvPr id="23" name="Straight Arrow Connector 22">
            <a:extLst>
              <a:ext uri="{FF2B5EF4-FFF2-40B4-BE49-F238E27FC236}">
                <a16:creationId xmlns:a16="http://schemas.microsoft.com/office/drawing/2014/main" id="{A536B37D-21AD-A8F2-EE5F-114A97304783}"/>
              </a:ext>
            </a:extLst>
          </p:cNvPr>
          <p:cNvCxnSpPr>
            <a:stCxn id="21" idx="3"/>
            <a:endCxn id="2" idx="1"/>
          </p:cNvCxnSpPr>
          <p:nvPr/>
        </p:nvCxnSpPr>
        <p:spPr>
          <a:xfrm>
            <a:off x="2762883" y="5130268"/>
            <a:ext cx="3147718" cy="1020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22957A5F-C40A-9426-DD28-2940E68CD9BD}"/>
              </a:ext>
            </a:extLst>
          </p:cNvPr>
          <p:cNvCxnSpPr>
            <a:cxnSpLocks/>
            <a:stCxn id="3" idx="3"/>
          </p:cNvCxnSpPr>
          <p:nvPr/>
        </p:nvCxnSpPr>
        <p:spPr>
          <a:xfrm>
            <a:off x="2526734" y="1763100"/>
            <a:ext cx="1486720" cy="64158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2CA000F3-10C1-0A13-9F65-9B963086D5D8}"/>
              </a:ext>
            </a:extLst>
          </p:cNvPr>
          <p:cNvSpPr txBox="1"/>
          <p:nvPr/>
        </p:nvSpPr>
        <p:spPr>
          <a:xfrm>
            <a:off x="10070502" y="4530102"/>
            <a:ext cx="1897147" cy="1477328"/>
          </a:xfrm>
          <a:prstGeom prst="rect">
            <a:avLst/>
          </a:prstGeom>
          <a:noFill/>
        </p:spPr>
        <p:txBody>
          <a:bodyPr wrap="square" rtlCol="0">
            <a:spAutoFit/>
          </a:bodyPr>
          <a:lstStyle/>
          <a:p>
            <a:r>
              <a:rPr lang="en-GB"/>
              <a:t>When correct answer is guessed a new question is generated</a:t>
            </a:r>
          </a:p>
        </p:txBody>
      </p:sp>
      <p:cxnSp>
        <p:nvCxnSpPr>
          <p:cNvPr id="28" name="Straight Arrow Connector 27">
            <a:extLst>
              <a:ext uri="{FF2B5EF4-FFF2-40B4-BE49-F238E27FC236}">
                <a16:creationId xmlns:a16="http://schemas.microsoft.com/office/drawing/2014/main" id="{E0C28C3C-0B2A-3F61-C8B8-F33967D22E19}"/>
              </a:ext>
            </a:extLst>
          </p:cNvPr>
          <p:cNvCxnSpPr>
            <a:cxnSpLocks/>
            <a:stCxn id="26" idx="1"/>
            <a:endCxn id="2" idx="3"/>
          </p:cNvCxnSpPr>
          <p:nvPr/>
        </p:nvCxnSpPr>
        <p:spPr>
          <a:xfrm flipH="1" flipV="1">
            <a:off x="7135318" y="5232277"/>
            <a:ext cx="2935184" cy="3648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1" name="Title 1">
            <a:extLst>
              <a:ext uri="{FF2B5EF4-FFF2-40B4-BE49-F238E27FC236}">
                <a16:creationId xmlns:a16="http://schemas.microsoft.com/office/drawing/2014/main" id="{E23B4668-C88F-7DE2-D0B7-4C9D7A75C00D}"/>
              </a:ext>
            </a:extLst>
          </p:cNvPr>
          <p:cNvSpPr>
            <a:spLocks noGrp="1"/>
          </p:cNvSpPr>
          <p:nvPr>
            <p:ph type="title"/>
          </p:nvPr>
        </p:nvSpPr>
        <p:spPr>
          <a:xfrm>
            <a:off x="114274" y="27470"/>
            <a:ext cx="10515600" cy="1325563"/>
          </a:xfrm>
        </p:spPr>
        <p:txBody>
          <a:bodyPr/>
          <a:lstStyle/>
          <a:p>
            <a:r>
              <a:rPr lang="en-GB"/>
              <a:t>Ui of the speed game- wireframe </a:t>
            </a:r>
          </a:p>
        </p:txBody>
      </p:sp>
    </p:spTree>
    <p:extLst>
      <p:ext uri="{BB962C8B-B14F-4D97-AF65-F5344CB8AC3E}">
        <p14:creationId xmlns:p14="http://schemas.microsoft.com/office/powerpoint/2010/main" val="2252854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102365E-5ACA-3BD6-ACB9-F57FF7349E2D}"/>
              </a:ext>
            </a:extLst>
          </p:cNvPr>
          <p:cNvGrpSpPr/>
          <p:nvPr/>
        </p:nvGrpSpPr>
        <p:grpSpPr>
          <a:xfrm>
            <a:off x="3124887" y="1004341"/>
            <a:ext cx="6540379" cy="5561351"/>
            <a:chOff x="0" y="0"/>
            <a:chExt cx="6115050" cy="5010150"/>
          </a:xfrm>
        </p:grpSpPr>
        <p:sp>
          <p:nvSpPr>
            <p:cNvPr id="5" name="Rectangle 4">
              <a:extLst>
                <a:ext uri="{FF2B5EF4-FFF2-40B4-BE49-F238E27FC236}">
                  <a16:creationId xmlns:a16="http://schemas.microsoft.com/office/drawing/2014/main" id="{31AFFC35-E5BE-997F-96D0-F5962E02F840}"/>
                </a:ext>
              </a:extLst>
            </p:cNvPr>
            <p:cNvSpPr/>
            <p:nvPr/>
          </p:nvSpPr>
          <p:spPr>
            <a:xfrm>
              <a:off x="2705100" y="4552950"/>
              <a:ext cx="819150" cy="409575"/>
            </a:xfrm>
            <a:prstGeom prst="rect">
              <a:avLst/>
            </a:prstGeom>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6" name="Rectangle 5">
              <a:extLst>
                <a:ext uri="{FF2B5EF4-FFF2-40B4-BE49-F238E27FC236}">
                  <a16:creationId xmlns:a16="http://schemas.microsoft.com/office/drawing/2014/main" id="{AEEDAD59-0160-24A5-E613-6AB2E8BEF4A6}"/>
                </a:ext>
              </a:extLst>
            </p:cNvPr>
            <p:cNvSpPr/>
            <p:nvPr/>
          </p:nvSpPr>
          <p:spPr>
            <a:xfrm>
              <a:off x="0" y="0"/>
              <a:ext cx="6115050" cy="4552950"/>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nvGrpSpPr>
            <p:cNvPr id="7" name="Group 6">
              <a:extLst>
                <a:ext uri="{FF2B5EF4-FFF2-40B4-BE49-F238E27FC236}">
                  <a16:creationId xmlns:a16="http://schemas.microsoft.com/office/drawing/2014/main" id="{88688E3A-07F6-52D6-4C31-E77CD8F5027D}"/>
                </a:ext>
              </a:extLst>
            </p:cNvPr>
            <p:cNvGrpSpPr/>
            <p:nvPr/>
          </p:nvGrpSpPr>
          <p:grpSpPr>
            <a:xfrm>
              <a:off x="123825" y="142875"/>
              <a:ext cx="5848350" cy="4114800"/>
              <a:chOff x="0" y="0"/>
              <a:chExt cx="5848350" cy="4114800"/>
            </a:xfrm>
          </p:grpSpPr>
          <p:sp>
            <p:nvSpPr>
              <p:cNvPr id="9" name="Rounded Rectangle 2">
                <a:extLst>
                  <a:ext uri="{FF2B5EF4-FFF2-40B4-BE49-F238E27FC236}">
                    <a16:creationId xmlns:a16="http://schemas.microsoft.com/office/drawing/2014/main" id="{6EEBB026-B358-7569-F01F-834836A28B63}"/>
                  </a:ext>
                </a:extLst>
              </p:cNvPr>
              <p:cNvSpPr/>
              <p:nvPr/>
            </p:nvSpPr>
            <p:spPr>
              <a:xfrm>
                <a:off x="0" y="0"/>
                <a:ext cx="5848350" cy="4114800"/>
              </a:xfrm>
              <a:prstGeom prst="roundRect">
                <a:avLst>
                  <a:gd name="adj" fmla="val 2316"/>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0" name="Rounded Rectangle 3">
                <a:extLst>
                  <a:ext uri="{FF2B5EF4-FFF2-40B4-BE49-F238E27FC236}">
                    <a16:creationId xmlns:a16="http://schemas.microsoft.com/office/drawing/2014/main" id="{292DDB5B-ECE6-DAE0-67D0-2439D37DB680}"/>
                  </a:ext>
                </a:extLst>
              </p:cNvPr>
              <p:cNvSpPr/>
              <p:nvPr/>
            </p:nvSpPr>
            <p:spPr>
              <a:xfrm>
                <a:off x="556260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1" name="Rounded Rectangle 4">
                <a:extLst>
                  <a:ext uri="{FF2B5EF4-FFF2-40B4-BE49-F238E27FC236}">
                    <a16:creationId xmlns:a16="http://schemas.microsoft.com/office/drawing/2014/main" id="{A49A94AF-C4A0-D288-3E4D-03200570A88F}"/>
                  </a:ext>
                </a:extLst>
              </p:cNvPr>
              <p:cNvSpPr/>
              <p:nvPr/>
            </p:nvSpPr>
            <p:spPr>
              <a:xfrm>
                <a:off x="531495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2" name="Rounded Rectangle 5">
                <a:extLst>
                  <a:ext uri="{FF2B5EF4-FFF2-40B4-BE49-F238E27FC236}">
                    <a16:creationId xmlns:a16="http://schemas.microsoft.com/office/drawing/2014/main" id="{EE53A78D-7B23-4B30-B5DD-AEB868703872}"/>
                  </a:ext>
                </a:extLst>
              </p:cNvPr>
              <p:cNvSpPr/>
              <p:nvPr/>
            </p:nvSpPr>
            <p:spPr>
              <a:xfrm>
                <a:off x="5086350" y="95250"/>
                <a:ext cx="173659" cy="161925"/>
              </a:xfrm>
              <a:prstGeom prst="roundRect">
                <a:avLst>
                  <a:gd name="adj" fmla="val 3473"/>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cxnSp>
            <p:nvCxnSpPr>
              <p:cNvPr id="13" name="Straight Connector 12">
                <a:extLst>
                  <a:ext uri="{FF2B5EF4-FFF2-40B4-BE49-F238E27FC236}">
                    <a16:creationId xmlns:a16="http://schemas.microsoft.com/office/drawing/2014/main" id="{7884FC12-610A-FC96-8D82-42381912BE27}"/>
                  </a:ext>
                </a:extLst>
              </p:cNvPr>
              <p:cNvCxnSpPr/>
              <p:nvPr/>
            </p:nvCxnSpPr>
            <p:spPr>
              <a:xfrm>
                <a:off x="0" y="352425"/>
                <a:ext cx="5848350" cy="0"/>
              </a:xfrm>
              <a:prstGeom prst="line">
                <a:avLst/>
              </a:prstGeom>
              <a:ln/>
            </p:spPr>
            <p:style>
              <a:lnRef idx="1">
                <a:schemeClr val="dk1"/>
              </a:lnRef>
              <a:fillRef idx="0">
                <a:schemeClr val="dk1"/>
              </a:fillRef>
              <a:effectRef idx="0">
                <a:schemeClr val="dk1"/>
              </a:effectRef>
              <a:fontRef idx="minor">
                <a:schemeClr val="tx1"/>
              </a:fontRef>
            </p:style>
          </p:cxnSp>
          <p:grpSp>
            <p:nvGrpSpPr>
              <p:cNvPr id="14" name="Group 13">
                <a:extLst>
                  <a:ext uri="{FF2B5EF4-FFF2-40B4-BE49-F238E27FC236}">
                    <a16:creationId xmlns:a16="http://schemas.microsoft.com/office/drawing/2014/main" id="{78042B43-D65A-BAAD-B1AD-35636AF2A2FE}"/>
                  </a:ext>
                </a:extLst>
              </p:cNvPr>
              <p:cNvGrpSpPr/>
              <p:nvPr/>
            </p:nvGrpSpPr>
            <p:grpSpPr>
              <a:xfrm rot="2700000">
                <a:off x="5572125" y="104775"/>
                <a:ext cx="147956" cy="147955"/>
                <a:chOff x="0" y="0"/>
                <a:chExt cx="3313748" cy="3313748"/>
              </a:xfrm>
            </p:grpSpPr>
            <p:sp>
              <p:nvSpPr>
                <p:cNvPr id="19" name="Rectangle 18">
                  <a:extLst>
                    <a:ext uri="{FF2B5EF4-FFF2-40B4-BE49-F238E27FC236}">
                      <a16:creationId xmlns:a16="http://schemas.microsoft.com/office/drawing/2014/main" id="{097F53EF-CBE2-E048-E38D-ADAD73082A62}"/>
                    </a:ext>
                  </a:extLst>
                </p:cNvPr>
                <p:cNvSpPr/>
                <p:nvPr/>
              </p:nvSpPr>
              <p:spPr>
                <a:xfrm>
                  <a:off x="1318736" y="0"/>
                  <a:ext cx="676275" cy="331374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20" name="Rectangle 19">
                  <a:extLst>
                    <a:ext uri="{FF2B5EF4-FFF2-40B4-BE49-F238E27FC236}">
                      <a16:creationId xmlns:a16="http://schemas.microsoft.com/office/drawing/2014/main" id="{FBF24B68-A456-B99C-78D7-FD3F798F0390}"/>
                    </a:ext>
                  </a:extLst>
                </p:cNvPr>
                <p:cNvSpPr/>
                <p:nvPr/>
              </p:nvSpPr>
              <p:spPr>
                <a:xfrm rot="5400000">
                  <a:off x="1318736" y="0"/>
                  <a:ext cx="676275" cy="331374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grpSp>
            <p:nvGrpSpPr>
              <p:cNvPr id="15" name="Group 14">
                <a:extLst>
                  <a:ext uri="{FF2B5EF4-FFF2-40B4-BE49-F238E27FC236}">
                    <a16:creationId xmlns:a16="http://schemas.microsoft.com/office/drawing/2014/main" id="{15886EF0-0D67-2078-1DB1-9B054D554E02}"/>
                  </a:ext>
                </a:extLst>
              </p:cNvPr>
              <p:cNvGrpSpPr/>
              <p:nvPr/>
            </p:nvGrpSpPr>
            <p:grpSpPr>
              <a:xfrm>
                <a:off x="5353050" y="123825"/>
                <a:ext cx="97737" cy="97233"/>
                <a:chOff x="0" y="0"/>
                <a:chExt cx="157277" cy="156744"/>
              </a:xfrm>
            </p:grpSpPr>
            <p:sp>
              <p:nvSpPr>
                <p:cNvPr id="17" name="Rectangle 16">
                  <a:extLst>
                    <a:ext uri="{FF2B5EF4-FFF2-40B4-BE49-F238E27FC236}">
                      <a16:creationId xmlns:a16="http://schemas.microsoft.com/office/drawing/2014/main" id="{EFFF51DD-5273-4D4A-7E2D-EB863540A482}"/>
                    </a:ext>
                  </a:extLst>
                </p:cNvPr>
                <p:cNvSpPr/>
                <p:nvPr/>
              </p:nvSpPr>
              <p:spPr>
                <a:xfrm>
                  <a:off x="32919" y="0"/>
                  <a:ext cx="124358" cy="124358"/>
                </a:xfrm>
                <a:prstGeom prst="rect">
                  <a:avLst/>
                </a:prstGeom>
                <a:solidFill>
                  <a:schemeClr val="bg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sp>
              <p:nvSpPr>
                <p:cNvPr id="18" name="Rectangle 17">
                  <a:extLst>
                    <a:ext uri="{FF2B5EF4-FFF2-40B4-BE49-F238E27FC236}">
                      <a16:creationId xmlns:a16="http://schemas.microsoft.com/office/drawing/2014/main" id="{834C54B7-9524-599B-8A61-8A1CBAC22618}"/>
                    </a:ext>
                  </a:extLst>
                </p:cNvPr>
                <p:cNvSpPr/>
                <p:nvPr/>
              </p:nvSpPr>
              <p:spPr>
                <a:xfrm>
                  <a:off x="0" y="32919"/>
                  <a:ext cx="123825" cy="123825"/>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sp>
            <p:nvSpPr>
              <p:cNvPr id="16" name="Rectangle 15">
                <a:extLst>
                  <a:ext uri="{FF2B5EF4-FFF2-40B4-BE49-F238E27FC236}">
                    <a16:creationId xmlns:a16="http://schemas.microsoft.com/office/drawing/2014/main" id="{DBC07735-A8D0-383B-32AB-E969D0DC7D3E}"/>
                  </a:ext>
                </a:extLst>
              </p:cNvPr>
              <p:cNvSpPr/>
              <p:nvPr/>
            </p:nvSpPr>
            <p:spPr>
              <a:xfrm>
                <a:off x="5124450" y="190500"/>
                <a:ext cx="106070" cy="45719"/>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sp>
          <p:nvSpPr>
            <p:cNvPr id="8" name="Oval 7">
              <a:extLst>
                <a:ext uri="{FF2B5EF4-FFF2-40B4-BE49-F238E27FC236}">
                  <a16:creationId xmlns:a16="http://schemas.microsoft.com/office/drawing/2014/main" id="{73DC6E23-55A3-06D0-5FC4-04E09E472643}"/>
                </a:ext>
              </a:extLst>
            </p:cNvPr>
            <p:cNvSpPr/>
            <p:nvPr/>
          </p:nvSpPr>
          <p:spPr>
            <a:xfrm>
              <a:off x="866775" y="4810125"/>
              <a:ext cx="4514850" cy="200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endParaRPr>
            </a:p>
          </p:txBody>
        </p:sp>
      </p:grpSp>
      <p:graphicFrame>
        <p:nvGraphicFramePr>
          <p:cNvPr id="2" name="Table 2">
            <a:extLst>
              <a:ext uri="{FF2B5EF4-FFF2-40B4-BE49-F238E27FC236}">
                <a16:creationId xmlns:a16="http://schemas.microsoft.com/office/drawing/2014/main" id="{40FBEF45-2903-0B3C-66ED-97B354E2CA2D}"/>
              </a:ext>
            </a:extLst>
          </p:cNvPr>
          <p:cNvGraphicFramePr>
            <a:graphicFrameLocks noGrp="1"/>
          </p:cNvGraphicFramePr>
          <p:nvPr>
            <p:extLst>
              <p:ext uri="{D42A27DB-BD31-4B8C-83A1-F6EECF244321}">
                <p14:modId xmlns:p14="http://schemas.microsoft.com/office/powerpoint/2010/main" val="494972207"/>
              </p:ext>
            </p:extLst>
          </p:nvPr>
        </p:nvGraphicFramePr>
        <p:xfrm>
          <a:off x="6549723" y="2791292"/>
          <a:ext cx="1544045" cy="1463040"/>
        </p:xfrm>
        <a:graphic>
          <a:graphicData uri="http://schemas.openxmlformats.org/drawingml/2006/table">
            <a:tbl>
              <a:tblPr firstRow="1" bandRow="1">
                <a:tableStyleId>{5C22544A-7EE6-4342-B048-85BDC9FD1C3A}</a:tableStyleId>
              </a:tblPr>
              <a:tblGrid>
                <a:gridCol w="1544045">
                  <a:extLst>
                    <a:ext uri="{9D8B030D-6E8A-4147-A177-3AD203B41FA5}">
                      <a16:colId xmlns:a16="http://schemas.microsoft.com/office/drawing/2014/main" val="2338453191"/>
                    </a:ext>
                  </a:extLst>
                </a:gridCol>
              </a:tblGrid>
              <a:tr h="1275415">
                <a:tc>
                  <a:txBody>
                    <a:bodyPr/>
                    <a:lstStyle/>
                    <a:p>
                      <a:pPr algn="ctr"/>
                      <a:r>
                        <a:rPr lang="en-GB" dirty="0">
                          <a:solidFill>
                            <a:schemeClr val="bg1"/>
                          </a:solidFill>
                        </a:rPr>
                        <a:t>“A word in</a:t>
                      </a:r>
                    </a:p>
                    <a:p>
                      <a:pPr algn="ctr"/>
                      <a:r>
                        <a:rPr lang="en-GB" dirty="0">
                          <a:solidFill>
                            <a:schemeClr val="bg1"/>
                          </a:solidFill>
                        </a:rPr>
                        <a:t>Native language”</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0" dirty="0">
                          <a:solidFill>
                            <a:schemeClr val="bg1"/>
                          </a:solidFill>
                        </a:rPr>
                        <a:t>Click here to record</a:t>
                      </a:r>
                    </a:p>
                  </a:txBody>
                  <a:tcPr>
                    <a:solidFill>
                      <a:schemeClr val="tx1">
                        <a:lumMod val="75000"/>
                      </a:schemeClr>
                    </a:solidFill>
                  </a:tcPr>
                </a:tc>
                <a:extLst>
                  <a:ext uri="{0D108BD9-81ED-4DB2-BD59-A6C34878D82A}">
                    <a16:rowId xmlns:a16="http://schemas.microsoft.com/office/drawing/2014/main" val="3423250600"/>
                  </a:ext>
                </a:extLst>
              </a:tr>
            </a:tbl>
          </a:graphicData>
        </a:graphic>
      </p:graphicFrame>
      <p:graphicFrame>
        <p:nvGraphicFramePr>
          <p:cNvPr id="3" name="Table 2">
            <a:extLst>
              <a:ext uri="{FF2B5EF4-FFF2-40B4-BE49-F238E27FC236}">
                <a16:creationId xmlns:a16="http://schemas.microsoft.com/office/drawing/2014/main" id="{53D3BFD0-C625-FE1F-DA41-FBA016924085}"/>
              </a:ext>
            </a:extLst>
          </p:cNvPr>
          <p:cNvGraphicFramePr>
            <a:graphicFrameLocks noGrp="1"/>
          </p:cNvGraphicFramePr>
          <p:nvPr>
            <p:extLst>
              <p:ext uri="{D42A27DB-BD31-4B8C-83A1-F6EECF244321}">
                <p14:modId xmlns:p14="http://schemas.microsoft.com/office/powerpoint/2010/main" val="3998837293"/>
              </p:ext>
            </p:extLst>
          </p:nvPr>
        </p:nvGraphicFramePr>
        <p:xfrm>
          <a:off x="8321300" y="2949575"/>
          <a:ext cx="1029262" cy="1049173"/>
        </p:xfrm>
        <a:graphic>
          <a:graphicData uri="http://schemas.openxmlformats.org/drawingml/2006/table">
            <a:tbl>
              <a:tblPr firstRow="1" bandRow="1">
                <a:tableStyleId>{5C22544A-7EE6-4342-B048-85BDC9FD1C3A}</a:tableStyleId>
              </a:tblPr>
              <a:tblGrid>
                <a:gridCol w="1029262">
                  <a:extLst>
                    <a:ext uri="{9D8B030D-6E8A-4147-A177-3AD203B41FA5}">
                      <a16:colId xmlns:a16="http://schemas.microsoft.com/office/drawing/2014/main" val="2338453191"/>
                    </a:ext>
                  </a:extLst>
                </a:gridCol>
              </a:tblGrid>
              <a:tr h="1049173">
                <a:tc>
                  <a:txBody>
                    <a:bodyPr/>
                    <a:lstStyle/>
                    <a:p>
                      <a:endParaRPr lang="en-GB">
                        <a:solidFill>
                          <a:schemeClr val="bg1"/>
                        </a:solidFill>
                      </a:endParaRPr>
                    </a:p>
                  </a:txBody>
                  <a:tcPr>
                    <a:solidFill>
                      <a:schemeClr val="tx1">
                        <a:lumMod val="75000"/>
                      </a:schemeClr>
                    </a:solidFill>
                  </a:tcPr>
                </a:tc>
                <a:extLst>
                  <a:ext uri="{0D108BD9-81ED-4DB2-BD59-A6C34878D82A}">
                    <a16:rowId xmlns:a16="http://schemas.microsoft.com/office/drawing/2014/main" val="3423250600"/>
                  </a:ext>
                </a:extLst>
              </a:tr>
            </a:tbl>
          </a:graphicData>
        </a:graphic>
      </p:graphicFrame>
      <p:graphicFrame>
        <p:nvGraphicFramePr>
          <p:cNvPr id="21" name="Table 2">
            <a:extLst>
              <a:ext uri="{FF2B5EF4-FFF2-40B4-BE49-F238E27FC236}">
                <a16:creationId xmlns:a16="http://schemas.microsoft.com/office/drawing/2014/main" id="{9FAD91D6-AD0A-FF5E-0B63-302736FA5651}"/>
              </a:ext>
            </a:extLst>
          </p:cNvPr>
          <p:cNvGraphicFramePr>
            <a:graphicFrameLocks noGrp="1"/>
          </p:cNvGraphicFramePr>
          <p:nvPr>
            <p:extLst>
              <p:ext uri="{D42A27DB-BD31-4B8C-83A1-F6EECF244321}">
                <p14:modId xmlns:p14="http://schemas.microsoft.com/office/powerpoint/2010/main" val="700925753"/>
              </p:ext>
            </p:extLst>
          </p:nvPr>
        </p:nvGraphicFramePr>
        <p:xfrm>
          <a:off x="4856480" y="2791292"/>
          <a:ext cx="1540431" cy="1341120"/>
        </p:xfrm>
        <a:graphic>
          <a:graphicData uri="http://schemas.openxmlformats.org/drawingml/2006/table">
            <a:tbl>
              <a:tblPr firstRow="1" bandRow="1">
                <a:tableStyleId>{5C22544A-7EE6-4342-B048-85BDC9FD1C3A}</a:tableStyleId>
              </a:tblPr>
              <a:tblGrid>
                <a:gridCol w="1540431">
                  <a:extLst>
                    <a:ext uri="{9D8B030D-6E8A-4147-A177-3AD203B41FA5}">
                      <a16:colId xmlns:a16="http://schemas.microsoft.com/office/drawing/2014/main" val="2338453191"/>
                    </a:ext>
                  </a:extLst>
                </a:gridCol>
              </a:tblGrid>
              <a:tr h="1275416">
                <a:tc>
                  <a:txBody>
                    <a:bodyPr/>
                    <a:lstStyle/>
                    <a:p>
                      <a:pPr algn="ctr"/>
                      <a:r>
                        <a:rPr lang="en-GB" dirty="0">
                          <a:solidFill>
                            <a:schemeClr val="bg1"/>
                          </a:solidFill>
                        </a:rPr>
                        <a:t>“A Word in Learning language”</a:t>
                      </a:r>
                    </a:p>
                    <a:p>
                      <a:pPr algn="ctr"/>
                      <a:r>
                        <a:rPr lang="en-GB" sz="1400" b="0" dirty="0">
                          <a:solidFill>
                            <a:schemeClr val="bg1"/>
                          </a:solidFill>
                        </a:rPr>
                        <a:t>Click here to play</a:t>
                      </a:r>
                    </a:p>
                  </a:txBody>
                  <a:tcPr>
                    <a:solidFill>
                      <a:schemeClr val="tx1">
                        <a:lumMod val="75000"/>
                      </a:schemeClr>
                    </a:solidFill>
                  </a:tcPr>
                </a:tc>
                <a:extLst>
                  <a:ext uri="{0D108BD9-81ED-4DB2-BD59-A6C34878D82A}">
                    <a16:rowId xmlns:a16="http://schemas.microsoft.com/office/drawing/2014/main" val="3423250600"/>
                  </a:ext>
                </a:extLst>
              </a:tr>
            </a:tbl>
          </a:graphicData>
        </a:graphic>
      </p:graphicFrame>
      <p:graphicFrame>
        <p:nvGraphicFramePr>
          <p:cNvPr id="22" name="Table 2">
            <a:extLst>
              <a:ext uri="{FF2B5EF4-FFF2-40B4-BE49-F238E27FC236}">
                <a16:creationId xmlns:a16="http://schemas.microsoft.com/office/drawing/2014/main" id="{60537C16-A12B-4795-7925-22DCF627072E}"/>
              </a:ext>
            </a:extLst>
          </p:cNvPr>
          <p:cNvGraphicFramePr>
            <a:graphicFrameLocks noGrp="1"/>
          </p:cNvGraphicFramePr>
          <p:nvPr>
            <p:extLst>
              <p:ext uri="{D42A27DB-BD31-4B8C-83A1-F6EECF244321}">
                <p14:modId xmlns:p14="http://schemas.microsoft.com/office/powerpoint/2010/main" val="3687102633"/>
              </p:ext>
            </p:extLst>
          </p:nvPr>
        </p:nvGraphicFramePr>
        <p:xfrm>
          <a:off x="3439592" y="2922096"/>
          <a:ext cx="1012488" cy="1049173"/>
        </p:xfrm>
        <a:graphic>
          <a:graphicData uri="http://schemas.openxmlformats.org/drawingml/2006/table">
            <a:tbl>
              <a:tblPr firstRow="1" bandRow="1">
                <a:tableStyleId>{5C22544A-7EE6-4342-B048-85BDC9FD1C3A}</a:tableStyleId>
              </a:tblPr>
              <a:tblGrid>
                <a:gridCol w="1012488">
                  <a:extLst>
                    <a:ext uri="{9D8B030D-6E8A-4147-A177-3AD203B41FA5}">
                      <a16:colId xmlns:a16="http://schemas.microsoft.com/office/drawing/2014/main" val="2338453191"/>
                    </a:ext>
                  </a:extLst>
                </a:gridCol>
              </a:tblGrid>
              <a:tr h="1049173">
                <a:tc>
                  <a:txBody>
                    <a:bodyPr/>
                    <a:lstStyle/>
                    <a:p>
                      <a:endParaRPr lang="en-GB" dirty="0">
                        <a:solidFill>
                          <a:schemeClr val="bg1"/>
                        </a:solidFill>
                      </a:endParaRPr>
                    </a:p>
                  </a:txBody>
                  <a:tcPr>
                    <a:solidFill>
                      <a:schemeClr val="tx1">
                        <a:lumMod val="75000"/>
                      </a:schemeClr>
                    </a:solidFill>
                  </a:tcPr>
                </a:tc>
                <a:extLst>
                  <a:ext uri="{0D108BD9-81ED-4DB2-BD59-A6C34878D82A}">
                    <a16:rowId xmlns:a16="http://schemas.microsoft.com/office/drawing/2014/main" val="3423250600"/>
                  </a:ext>
                </a:extLst>
              </a:tr>
            </a:tbl>
          </a:graphicData>
        </a:graphic>
      </p:graphicFrame>
      <p:sp>
        <p:nvSpPr>
          <p:cNvPr id="23" name="Isosceles Triangle 22">
            <a:extLst>
              <a:ext uri="{FF2B5EF4-FFF2-40B4-BE49-F238E27FC236}">
                <a16:creationId xmlns:a16="http://schemas.microsoft.com/office/drawing/2014/main" id="{AC2A8049-DA85-AFF3-D092-61E1E386336F}"/>
              </a:ext>
            </a:extLst>
          </p:cNvPr>
          <p:cNvSpPr/>
          <p:nvPr/>
        </p:nvSpPr>
        <p:spPr>
          <a:xfrm rot="16200000">
            <a:off x="3651315" y="3065180"/>
            <a:ext cx="530941" cy="772295"/>
          </a:xfrm>
          <a:prstGeom prs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24" name="Isosceles Triangle 23">
            <a:extLst>
              <a:ext uri="{FF2B5EF4-FFF2-40B4-BE49-F238E27FC236}">
                <a16:creationId xmlns:a16="http://schemas.microsoft.com/office/drawing/2014/main" id="{0EE25BDB-12CE-6802-58B6-AA51CF5FA39A}"/>
              </a:ext>
            </a:extLst>
          </p:cNvPr>
          <p:cNvSpPr/>
          <p:nvPr/>
        </p:nvSpPr>
        <p:spPr>
          <a:xfrm rot="5400000">
            <a:off x="8586181" y="3060534"/>
            <a:ext cx="530941" cy="772295"/>
          </a:xfrm>
          <a:prstGeom prs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EBFABB49-AE30-53C6-FFA7-95C66692F2F7}"/>
              </a:ext>
            </a:extLst>
          </p:cNvPr>
          <p:cNvSpPr txBox="1"/>
          <p:nvPr/>
        </p:nvSpPr>
        <p:spPr>
          <a:xfrm>
            <a:off x="629587" y="1162935"/>
            <a:ext cx="1897147" cy="1200329"/>
          </a:xfrm>
          <a:prstGeom prst="rect">
            <a:avLst/>
          </a:prstGeom>
          <a:noFill/>
        </p:spPr>
        <p:txBody>
          <a:bodyPr wrap="square" rtlCol="0">
            <a:spAutoFit/>
          </a:bodyPr>
          <a:lstStyle/>
          <a:p>
            <a:r>
              <a:rPr lang="en-GB" dirty="0"/>
              <a:t>Switches to a different word in both languages  </a:t>
            </a:r>
          </a:p>
        </p:txBody>
      </p:sp>
      <p:cxnSp>
        <p:nvCxnSpPr>
          <p:cNvPr id="26" name="Straight Arrow Connector 25">
            <a:extLst>
              <a:ext uri="{FF2B5EF4-FFF2-40B4-BE49-F238E27FC236}">
                <a16:creationId xmlns:a16="http://schemas.microsoft.com/office/drawing/2014/main" id="{F5C737A1-D13E-3EA6-F4C0-4DE239B0616B}"/>
              </a:ext>
            </a:extLst>
          </p:cNvPr>
          <p:cNvCxnSpPr>
            <a:cxnSpLocks/>
            <a:endCxn id="22" idx="0"/>
          </p:cNvCxnSpPr>
          <p:nvPr/>
        </p:nvCxnSpPr>
        <p:spPr>
          <a:xfrm>
            <a:off x="2526734" y="1763100"/>
            <a:ext cx="1419102" cy="115899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97E6FCED-08BA-95E6-0A0E-667549D0E778}"/>
              </a:ext>
            </a:extLst>
          </p:cNvPr>
          <p:cNvCxnSpPr>
            <a:cxnSpLocks/>
            <a:stCxn id="25" idx="3"/>
            <a:endCxn id="3" idx="0"/>
          </p:cNvCxnSpPr>
          <p:nvPr/>
        </p:nvCxnSpPr>
        <p:spPr>
          <a:xfrm>
            <a:off x="2526734" y="1763100"/>
            <a:ext cx="6309197" cy="118647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87E41456-B31B-F9D7-DB40-2078D022ADF2}"/>
              </a:ext>
            </a:extLst>
          </p:cNvPr>
          <p:cNvCxnSpPr>
            <a:cxnSpLocks/>
          </p:cNvCxnSpPr>
          <p:nvPr/>
        </p:nvCxnSpPr>
        <p:spPr>
          <a:xfrm flipV="1">
            <a:off x="2377791" y="4132412"/>
            <a:ext cx="2631721" cy="168901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A25D471B-A5AA-751E-C0E7-4CFD524A3886}"/>
              </a:ext>
            </a:extLst>
          </p:cNvPr>
          <p:cNvSpPr txBox="1"/>
          <p:nvPr/>
        </p:nvSpPr>
        <p:spPr>
          <a:xfrm>
            <a:off x="736109" y="5143332"/>
            <a:ext cx="1897147" cy="1477328"/>
          </a:xfrm>
          <a:prstGeom prst="rect">
            <a:avLst/>
          </a:prstGeom>
          <a:noFill/>
        </p:spPr>
        <p:txBody>
          <a:bodyPr wrap="square" rtlCol="0">
            <a:spAutoFit/>
          </a:bodyPr>
          <a:lstStyle/>
          <a:p>
            <a:r>
              <a:rPr lang="en-GB"/>
              <a:t>Click here to play a recording of the learning language word</a:t>
            </a:r>
          </a:p>
        </p:txBody>
      </p:sp>
      <p:sp>
        <p:nvSpPr>
          <p:cNvPr id="35" name="TextBox 34">
            <a:extLst>
              <a:ext uri="{FF2B5EF4-FFF2-40B4-BE49-F238E27FC236}">
                <a16:creationId xmlns:a16="http://schemas.microsoft.com/office/drawing/2014/main" id="{74B1B3AC-67C2-FFE0-5844-062BD86E9669}"/>
              </a:ext>
            </a:extLst>
          </p:cNvPr>
          <p:cNvSpPr txBox="1"/>
          <p:nvPr/>
        </p:nvSpPr>
        <p:spPr>
          <a:xfrm>
            <a:off x="9797704" y="2791292"/>
            <a:ext cx="2421068" cy="923330"/>
          </a:xfrm>
          <a:prstGeom prst="rect">
            <a:avLst/>
          </a:prstGeom>
          <a:noFill/>
        </p:spPr>
        <p:txBody>
          <a:bodyPr wrap="square">
            <a:spAutoFit/>
          </a:bodyPr>
          <a:lstStyle/>
          <a:p>
            <a:r>
              <a:rPr lang="en-GB"/>
              <a:t>Click here to record user saying the word in learning language</a:t>
            </a:r>
          </a:p>
        </p:txBody>
      </p:sp>
      <p:sp>
        <p:nvSpPr>
          <p:cNvPr id="36" name="Title 1">
            <a:extLst>
              <a:ext uri="{FF2B5EF4-FFF2-40B4-BE49-F238E27FC236}">
                <a16:creationId xmlns:a16="http://schemas.microsoft.com/office/drawing/2014/main" id="{ECB9D2FB-916E-FA76-CBF2-A7F0A419FFEA}"/>
              </a:ext>
            </a:extLst>
          </p:cNvPr>
          <p:cNvSpPr>
            <a:spLocks noGrp="1"/>
          </p:cNvSpPr>
          <p:nvPr>
            <p:ph type="title"/>
          </p:nvPr>
        </p:nvSpPr>
        <p:spPr>
          <a:xfrm>
            <a:off x="114274" y="27470"/>
            <a:ext cx="10515600" cy="1325563"/>
          </a:xfrm>
        </p:spPr>
        <p:txBody>
          <a:bodyPr/>
          <a:lstStyle/>
          <a:p>
            <a:r>
              <a:rPr lang="en-GB"/>
              <a:t>Ui of the practise game- wireframe </a:t>
            </a:r>
          </a:p>
        </p:txBody>
      </p:sp>
      <p:sp>
        <p:nvSpPr>
          <p:cNvPr id="38" name="TextBox 37">
            <a:extLst>
              <a:ext uri="{FF2B5EF4-FFF2-40B4-BE49-F238E27FC236}">
                <a16:creationId xmlns:a16="http://schemas.microsoft.com/office/drawing/2014/main" id="{56C6E25E-A929-29B0-A6AB-363EF3D3345C}"/>
              </a:ext>
            </a:extLst>
          </p:cNvPr>
          <p:cNvSpPr txBox="1"/>
          <p:nvPr/>
        </p:nvSpPr>
        <p:spPr>
          <a:xfrm>
            <a:off x="9770932" y="4253104"/>
            <a:ext cx="2421068" cy="1754326"/>
          </a:xfrm>
          <a:prstGeom prst="rect">
            <a:avLst/>
          </a:prstGeom>
          <a:noFill/>
        </p:spPr>
        <p:txBody>
          <a:bodyPr wrap="square">
            <a:spAutoFit/>
          </a:bodyPr>
          <a:lstStyle/>
          <a:p>
            <a:r>
              <a:rPr lang="en-GB"/>
              <a:t>User can submit recording for review originally by teachers and eventually by an Ai automatically</a:t>
            </a:r>
          </a:p>
        </p:txBody>
      </p:sp>
    </p:spTree>
    <p:extLst>
      <p:ext uri="{BB962C8B-B14F-4D97-AF65-F5344CB8AC3E}">
        <p14:creationId xmlns:p14="http://schemas.microsoft.com/office/powerpoint/2010/main" val="716437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9AEF7EE4-0AF6-BF29-D770-7052634F617B}"/>
              </a:ext>
            </a:extLst>
          </p:cNvPr>
          <p:cNvSpPr/>
          <p:nvPr/>
        </p:nvSpPr>
        <p:spPr>
          <a:xfrm>
            <a:off x="-146" y="0"/>
            <a:ext cx="12216897" cy="918131"/>
          </a:xfrm>
          <a:prstGeom prst="rect">
            <a:avLst/>
          </a:prstGeom>
          <a:solidFill>
            <a:srgbClr val="6144DE"/>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dirty="0">
              <a:solidFill>
                <a:schemeClr val="tx1"/>
              </a:solidFill>
            </a:endParaRPr>
          </a:p>
        </p:txBody>
      </p:sp>
      <p:cxnSp>
        <p:nvCxnSpPr>
          <p:cNvPr id="4" name="Straight Connector 3">
            <a:extLst>
              <a:ext uri="{FF2B5EF4-FFF2-40B4-BE49-F238E27FC236}">
                <a16:creationId xmlns:a16="http://schemas.microsoft.com/office/drawing/2014/main" id="{8569942B-0241-86B5-0932-6251E44AEBE1}"/>
              </a:ext>
            </a:extLst>
          </p:cNvPr>
          <p:cNvCxnSpPr>
            <a:cxnSpLocks/>
          </p:cNvCxnSpPr>
          <p:nvPr/>
        </p:nvCxnSpPr>
        <p:spPr>
          <a:xfrm>
            <a:off x="0" y="933398"/>
            <a:ext cx="1219200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311798E-EAB8-B308-B96B-0A655B7FDCC7}"/>
              </a:ext>
            </a:extLst>
          </p:cNvPr>
          <p:cNvCxnSpPr>
            <a:cxnSpLocks/>
          </p:cNvCxnSpPr>
          <p:nvPr/>
        </p:nvCxnSpPr>
        <p:spPr>
          <a:xfrm>
            <a:off x="2772382" y="933398"/>
            <a:ext cx="0" cy="5924602"/>
          </a:xfrm>
          <a:prstGeom prst="line">
            <a:avLst/>
          </a:prstGeom>
          <a:ln w="28575"/>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9DDB6435-FAC3-12B1-3337-01BD94875AD4}"/>
              </a:ext>
            </a:extLst>
          </p:cNvPr>
          <p:cNvSpPr txBox="1"/>
          <p:nvPr/>
        </p:nvSpPr>
        <p:spPr>
          <a:xfrm>
            <a:off x="-24897" y="225727"/>
            <a:ext cx="2772382" cy="584775"/>
          </a:xfrm>
          <a:prstGeom prst="rect">
            <a:avLst/>
          </a:prstGeom>
          <a:noFill/>
        </p:spPr>
        <p:txBody>
          <a:bodyPr wrap="square" rtlCol="0">
            <a:spAutoFit/>
          </a:bodyPr>
          <a:lstStyle/>
          <a:p>
            <a:r>
              <a:rPr lang="en-GB" sz="3200" dirty="0">
                <a:solidFill>
                  <a:srgbClr val="FFFF00"/>
                </a:solidFill>
              </a:rPr>
              <a:t>School Name</a:t>
            </a:r>
          </a:p>
        </p:txBody>
      </p:sp>
      <p:pic>
        <p:nvPicPr>
          <p:cNvPr id="1026" name="Picture 2">
            <a:extLst>
              <a:ext uri="{FF2B5EF4-FFF2-40B4-BE49-F238E27FC236}">
                <a16:creationId xmlns:a16="http://schemas.microsoft.com/office/drawing/2014/main" id="{DD0F6117-A8D5-3599-ACD1-96A4B76A90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17142" y="132034"/>
            <a:ext cx="772160" cy="77216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F334D15-C0A4-6CCE-31AE-7A6A36234CE8}"/>
              </a:ext>
            </a:extLst>
          </p:cNvPr>
          <p:cNvSpPr txBox="1"/>
          <p:nvPr/>
        </p:nvSpPr>
        <p:spPr>
          <a:xfrm>
            <a:off x="10109423" y="302558"/>
            <a:ext cx="1216346" cy="46166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FF00"/>
                </a:solidFill>
                <a:latin typeface="Rockwell" panose="02060603020205020403" pitchFamily="18" charset="0"/>
              </a:rPr>
              <a:t>Profile</a:t>
            </a:r>
          </a:p>
        </p:txBody>
      </p:sp>
      <p:sp>
        <p:nvSpPr>
          <p:cNvPr id="15" name="TextBox 14">
            <a:extLst>
              <a:ext uri="{FF2B5EF4-FFF2-40B4-BE49-F238E27FC236}">
                <a16:creationId xmlns:a16="http://schemas.microsoft.com/office/drawing/2014/main" id="{4789EACB-17DB-B60F-5809-6E0D52562514}"/>
              </a:ext>
            </a:extLst>
          </p:cNvPr>
          <p:cNvSpPr txBox="1"/>
          <p:nvPr/>
        </p:nvSpPr>
        <p:spPr>
          <a:xfrm>
            <a:off x="7808381" y="271780"/>
            <a:ext cx="2086444" cy="52322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sz="2800" dirty="0">
                <a:solidFill>
                  <a:srgbClr val="FFFF00"/>
                </a:solidFill>
                <a:latin typeface="Rockwell" panose="02060603020205020403" pitchFamily="18" charset="0"/>
              </a:rPr>
              <a:t>Points: </a:t>
            </a:r>
            <a:endParaRPr lang="en-GB" sz="1600" dirty="0">
              <a:solidFill>
                <a:srgbClr val="FFFF00"/>
              </a:solidFill>
              <a:latin typeface="Rockwell" panose="02060603020205020403" pitchFamily="18" charset="0"/>
            </a:endParaRPr>
          </a:p>
        </p:txBody>
      </p:sp>
      <p:sp>
        <p:nvSpPr>
          <p:cNvPr id="16" name="TextBox 15">
            <a:extLst>
              <a:ext uri="{FF2B5EF4-FFF2-40B4-BE49-F238E27FC236}">
                <a16:creationId xmlns:a16="http://schemas.microsoft.com/office/drawing/2014/main" id="{D9B32EBC-0061-2D6C-5702-2F3B9F800963}"/>
              </a:ext>
            </a:extLst>
          </p:cNvPr>
          <p:cNvSpPr txBox="1"/>
          <p:nvPr/>
        </p:nvSpPr>
        <p:spPr>
          <a:xfrm>
            <a:off x="1000" y="1035800"/>
            <a:ext cx="2652117" cy="461665"/>
          </a:xfrm>
          <a:prstGeom prst="rect">
            <a:avLst/>
          </a:prstGeom>
          <a:noFill/>
        </p:spPr>
        <p:txBody>
          <a:bodyPr wrap="square" rtlCol="0">
            <a:spAutoFit/>
          </a:bodyPr>
          <a:lstStyle/>
          <a:p>
            <a:r>
              <a:rPr lang="en-GB" sz="2400" b="1" u="sng" dirty="0">
                <a:solidFill>
                  <a:schemeClr val="bg1"/>
                </a:solidFill>
                <a:latin typeface="Rockwell" panose="02060603020205020403" pitchFamily="18" charset="0"/>
              </a:rPr>
              <a:t>Course chooser</a:t>
            </a:r>
          </a:p>
        </p:txBody>
      </p:sp>
      <p:sp>
        <p:nvSpPr>
          <p:cNvPr id="17" name="TextBox 16">
            <a:extLst>
              <a:ext uri="{FF2B5EF4-FFF2-40B4-BE49-F238E27FC236}">
                <a16:creationId xmlns:a16="http://schemas.microsoft.com/office/drawing/2014/main" id="{304EBB33-676E-6EFF-1630-7D417F42B14D}"/>
              </a:ext>
            </a:extLst>
          </p:cNvPr>
          <p:cNvSpPr txBox="1"/>
          <p:nvPr/>
        </p:nvSpPr>
        <p:spPr>
          <a:xfrm>
            <a:off x="3839709" y="284370"/>
            <a:ext cx="1334403" cy="52322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sz="2800" dirty="0">
                <a:solidFill>
                  <a:srgbClr val="FFFF00"/>
                </a:solidFill>
                <a:latin typeface="Rockwell" panose="02060603020205020403" pitchFamily="18" charset="0"/>
              </a:rPr>
              <a:t>Admin</a:t>
            </a:r>
            <a:r>
              <a:rPr lang="en-GB" dirty="0">
                <a:solidFill>
                  <a:srgbClr val="FFFF00"/>
                </a:solidFill>
                <a:latin typeface="Rockwell" panose="02060603020205020403" pitchFamily="18" charset="0"/>
              </a:rPr>
              <a:t> </a:t>
            </a:r>
          </a:p>
        </p:txBody>
      </p:sp>
      <p:sp>
        <p:nvSpPr>
          <p:cNvPr id="18" name="TextBox 17">
            <a:extLst>
              <a:ext uri="{FF2B5EF4-FFF2-40B4-BE49-F238E27FC236}">
                <a16:creationId xmlns:a16="http://schemas.microsoft.com/office/drawing/2014/main" id="{81BBCDBC-745B-D250-8755-0B5D1460496B}"/>
              </a:ext>
            </a:extLst>
          </p:cNvPr>
          <p:cNvSpPr txBox="1"/>
          <p:nvPr/>
        </p:nvSpPr>
        <p:spPr>
          <a:xfrm>
            <a:off x="2926016" y="1009193"/>
            <a:ext cx="3068384" cy="461665"/>
          </a:xfrm>
          <a:prstGeom prst="rect">
            <a:avLst/>
          </a:prstGeom>
          <a:noFill/>
        </p:spPr>
        <p:txBody>
          <a:bodyPr wrap="square" rtlCol="0">
            <a:spAutoFit/>
          </a:bodyPr>
          <a:lstStyle/>
          <a:p>
            <a:r>
              <a:rPr lang="en-GB" sz="2400" b="1" u="sng" dirty="0">
                <a:solidFill>
                  <a:schemeClr val="bg1"/>
                </a:solidFill>
                <a:latin typeface="Rockwell" panose="02060603020205020403" pitchFamily="18" charset="0"/>
              </a:rPr>
              <a:t>Available modules</a:t>
            </a:r>
          </a:p>
        </p:txBody>
      </p:sp>
      <p:sp>
        <p:nvSpPr>
          <p:cNvPr id="19" name="TextBox 18">
            <a:extLst>
              <a:ext uri="{FF2B5EF4-FFF2-40B4-BE49-F238E27FC236}">
                <a16:creationId xmlns:a16="http://schemas.microsoft.com/office/drawing/2014/main" id="{1695630C-2FE3-C7C7-39A5-08BCFC28C820}"/>
              </a:ext>
            </a:extLst>
          </p:cNvPr>
          <p:cNvSpPr txBox="1"/>
          <p:nvPr/>
        </p:nvSpPr>
        <p:spPr>
          <a:xfrm>
            <a:off x="5219562" y="271780"/>
            <a:ext cx="2403487" cy="52322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sz="2800" dirty="0">
                <a:solidFill>
                  <a:srgbClr val="FFFF00"/>
                </a:solidFill>
                <a:latin typeface="Rockwell" panose="02060603020205020403" pitchFamily="18" charset="0"/>
              </a:rPr>
              <a:t>Leaderboard</a:t>
            </a:r>
          </a:p>
        </p:txBody>
      </p:sp>
      <p:sp>
        <p:nvSpPr>
          <p:cNvPr id="20" name="TextBox 19">
            <a:extLst>
              <a:ext uri="{FF2B5EF4-FFF2-40B4-BE49-F238E27FC236}">
                <a16:creationId xmlns:a16="http://schemas.microsoft.com/office/drawing/2014/main" id="{87753A82-5615-3585-406F-10BD3FBD5DCC}"/>
              </a:ext>
            </a:extLst>
          </p:cNvPr>
          <p:cNvSpPr txBox="1"/>
          <p:nvPr/>
        </p:nvSpPr>
        <p:spPr>
          <a:xfrm>
            <a:off x="3884675" y="2830039"/>
            <a:ext cx="1045659" cy="523220"/>
          </a:xfrm>
          <a:prstGeom prst="rect">
            <a:avLst/>
          </a:prstGeom>
          <a:noFill/>
        </p:spPr>
        <p:txBody>
          <a:bodyPr wrap="square" rtlCol="0">
            <a:spAutoFit/>
          </a:bodyPr>
          <a:lstStyle/>
          <a:p>
            <a:r>
              <a:rPr lang="en-GB" sz="2800" dirty="0">
                <a:solidFill>
                  <a:schemeClr val="bg1"/>
                </a:solidFill>
                <a:latin typeface="Rockwell" panose="02060603020205020403" pitchFamily="18" charset="0"/>
              </a:rPr>
              <a:t>Food </a:t>
            </a:r>
          </a:p>
        </p:txBody>
      </p:sp>
      <p:sp>
        <p:nvSpPr>
          <p:cNvPr id="23" name="TextBox 22">
            <a:extLst>
              <a:ext uri="{FF2B5EF4-FFF2-40B4-BE49-F238E27FC236}">
                <a16:creationId xmlns:a16="http://schemas.microsoft.com/office/drawing/2014/main" id="{16FE355A-C124-5B77-2BFB-A5D41E530910}"/>
              </a:ext>
            </a:extLst>
          </p:cNvPr>
          <p:cNvSpPr txBox="1"/>
          <p:nvPr/>
        </p:nvSpPr>
        <p:spPr>
          <a:xfrm>
            <a:off x="8855" y="1888216"/>
            <a:ext cx="1893152" cy="1384995"/>
          </a:xfrm>
          <a:prstGeom prst="rect">
            <a:avLst/>
          </a:prstGeom>
          <a:noFill/>
        </p:spPr>
        <p:txBody>
          <a:bodyPr wrap="square" rtlCol="0">
            <a:spAutoFit/>
          </a:bodyPr>
          <a:lstStyle/>
          <a:p>
            <a:r>
              <a:rPr lang="en-GB" sz="2800" dirty="0">
                <a:solidFill>
                  <a:schemeClr val="bg1"/>
                </a:solidFill>
                <a:latin typeface="Rockwell" panose="02060603020205020403" pitchFamily="18" charset="0"/>
              </a:rPr>
              <a:t>Native language:</a:t>
            </a:r>
          </a:p>
          <a:p>
            <a:endParaRPr lang="en-GB" sz="2800" dirty="0">
              <a:solidFill>
                <a:schemeClr val="bg1"/>
              </a:solidFill>
              <a:latin typeface="Rockwell" panose="02060603020205020403" pitchFamily="18" charset="0"/>
            </a:endParaRPr>
          </a:p>
        </p:txBody>
      </p:sp>
      <p:sp>
        <p:nvSpPr>
          <p:cNvPr id="24" name="TextBox 23">
            <a:extLst>
              <a:ext uri="{FF2B5EF4-FFF2-40B4-BE49-F238E27FC236}">
                <a16:creationId xmlns:a16="http://schemas.microsoft.com/office/drawing/2014/main" id="{F69FE292-6C05-A125-1940-4324DD42F53B}"/>
              </a:ext>
            </a:extLst>
          </p:cNvPr>
          <p:cNvSpPr txBox="1"/>
          <p:nvPr/>
        </p:nvSpPr>
        <p:spPr>
          <a:xfrm>
            <a:off x="49588" y="3091650"/>
            <a:ext cx="1893153" cy="954107"/>
          </a:xfrm>
          <a:prstGeom prst="rect">
            <a:avLst/>
          </a:prstGeom>
          <a:noFill/>
        </p:spPr>
        <p:txBody>
          <a:bodyPr wrap="square" rtlCol="0">
            <a:spAutoFit/>
          </a:bodyPr>
          <a:lstStyle/>
          <a:p>
            <a:r>
              <a:rPr lang="en-GB" sz="2800" dirty="0">
                <a:solidFill>
                  <a:schemeClr val="bg1"/>
                </a:solidFill>
                <a:latin typeface="Rockwell" panose="02060603020205020403" pitchFamily="18" charset="0"/>
              </a:rPr>
              <a:t>Chosen language:</a:t>
            </a:r>
          </a:p>
        </p:txBody>
      </p:sp>
      <p:sp>
        <p:nvSpPr>
          <p:cNvPr id="25" name="TextBox 24">
            <a:extLst>
              <a:ext uri="{FF2B5EF4-FFF2-40B4-BE49-F238E27FC236}">
                <a16:creationId xmlns:a16="http://schemas.microsoft.com/office/drawing/2014/main" id="{5E9E77E1-BA76-1891-2BC5-A6AE2219F062}"/>
              </a:ext>
            </a:extLst>
          </p:cNvPr>
          <p:cNvSpPr txBox="1"/>
          <p:nvPr/>
        </p:nvSpPr>
        <p:spPr>
          <a:xfrm>
            <a:off x="31889" y="4694273"/>
            <a:ext cx="1941937" cy="954107"/>
          </a:xfrm>
          <a:prstGeom prst="rect">
            <a:avLst/>
          </a:prstGeom>
          <a:noFill/>
        </p:spPr>
        <p:txBody>
          <a:bodyPr wrap="square" rtlCol="0">
            <a:spAutoFit/>
          </a:bodyPr>
          <a:lstStyle/>
          <a:p>
            <a:r>
              <a:rPr lang="en-GB" sz="2800" dirty="0">
                <a:solidFill>
                  <a:schemeClr val="bg1"/>
                </a:solidFill>
                <a:latin typeface="Rockwell" panose="02060603020205020403" pitchFamily="18" charset="0"/>
              </a:rPr>
              <a:t>Level of challenge:</a:t>
            </a:r>
          </a:p>
        </p:txBody>
      </p:sp>
      <p:sp>
        <p:nvSpPr>
          <p:cNvPr id="26" name="TextBox 25">
            <a:extLst>
              <a:ext uri="{FF2B5EF4-FFF2-40B4-BE49-F238E27FC236}">
                <a16:creationId xmlns:a16="http://schemas.microsoft.com/office/drawing/2014/main" id="{F10C0C32-34E8-992D-D441-7D857FB3BFFD}"/>
              </a:ext>
            </a:extLst>
          </p:cNvPr>
          <p:cNvSpPr txBox="1"/>
          <p:nvPr/>
        </p:nvSpPr>
        <p:spPr>
          <a:xfrm>
            <a:off x="5882100" y="2830039"/>
            <a:ext cx="1433875" cy="523220"/>
          </a:xfrm>
          <a:prstGeom prst="rect">
            <a:avLst/>
          </a:prstGeom>
          <a:noFill/>
        </p:spPr>
        <p:txBody>
          <a:bodyPr wrap="square" rtlCol="0">
            <a:spAutoFit/>
          </a:bodyPr>
          <a:lstStyle/>
          <a:p>
            <a:r>
              <a:rPr lang="en-GB" sz="2800" dirty="0">
                <a:solidFill>
                  <a:schemeClr val="bg1"/>
                </a:solidFill>
                <a:latin typeface="Rockwell" panose="02060603020205020403" pitchFamily="18" charset="0"/>
              </a:rPr>
              <a:t>Module </a:t>
            </a:r>
          </a:p>
        </p:txBody>
      </p:sp>
      <p:sp>
        <p:nvSpPr>
          <p:cNvPr id="27" name="TextBox 26">
            <a:extLst>
              <a:ext uri="{FF2B5EF4-FFF2-40B4-BE49-F238E27FC236}">
                <a16:creationId xmlns:a16="http://schemas.microsoft.com/office/drawing/2014/main" id="{37C77686-62B3-D9A0-A81E-8C0E9DED5386}"/>
              </a:ext>
            </a:extLst>
          </p:cNvPr>
          <p:cNvSpPr txBox="1"/>
          <p:nvPr/>
        </p:nvSpPr>
        <p:spPr>
          <a:xfrm>
            <a:off x="8341907" y="2830039"/>
            <a:ext cx="1476406" cy="523220"/>
          </a:xfrm>
          <a:prstGeom prst="rect">
            <a:avLst/>
          </a:prstGeom>
          <a:noFill/>
        </p:spPr>
        <p:txBody>
          <a:bodyPr wrap="square" rtlCol="0">
            <a:spAutoFit/>
          </a:bodyPr>
          <a:lstStyle/>
          <a:p>
            <a:r>
              <a:rPr lang="en-GB" sz="2800" dirty="0">
                <a:solidFill>
                  <a:schemeClr val="bg1"/>
                </a:solidFill>
                <a:latin typeface="Rockwell" panose="02060603020205020403" pitchFamily="18" charset="0"/>
              </a:rPr>
              <a:t>Module </a:t>
            </a:r>
          </a:p>
        </p:txBody>
      </p:sp>
      <p:sp>
        <p:nvSpPr>
          <p:cNvPr id="28" name="TextBox 27">
            <a:extLst>
              <a:ext uri="{FF2B5EF4-FFF2-40B4-BE49-F238E27FC236}">
                <a16:creationId xmlns:a16="http://schemas.microsoft.com/office/drawing/2014/main" id="{ED03AAF8-F8D5-E20C-A0F5-267790031CF2}"/>
              </a:ext>
            </a:extLst>
          </p:cNvPr>
          <p:cNvSpPr txBox="1"/>
          <p:nvPr/>
        </p:nvSpPr>
        <p:spPr>
          <a:xfrm>
            <a:off x="10424178" y="2825191"/>
            <a:ext cx="1526820" cy="523220"/>
          </a:xfrm>
          <a:prstGeom prst="rect">
            <a:avLst/>
          </a:prstGeom>
          <a:noFill/>
        </p:spPr>
        <p:txBody>
          <a:bodyPr wrap="square" rtlCol="0">
            <a:spAutoFit/>
          </a:bodyPr>
          <a:lstStyle/>
          <a:p>
            <a:r>
              <a:rPr lang="en-GB" sz="2800" dirty="0">
                <a:solidFill>
                  <a:schemeClr val="bg1"/>
                </a:solidFill>
                <a:latin typeface="Rockwell" panose="02060603020205020403" pitchFamily="18" charset="0"/>
              </a:rPr>
              <a:t>Module </a:t>
            </a:r>
          </a:p>
        </p:txBody>
      </p:sp>
      <p:sp>
        <p:nvSpPr>
          <p:cNvPr id="33" name="TextBox 32">
            <a:extLst>
              <a:ext uri="{FF2B5EF4-FFF2-40B4-BE49-F238E27FC236}">
                <a16:creationId xmlns:a16="http://schemas.microsoft.com/office/drawing/2014/main" id="{69868B28-8550-654A-1A25-741484BBCE7A}"/>
              </a:ext>
            </a:extLst>
          </p:cNvPr>
          <p:cNvSpPr txBox="1"/>
          <p:nvPr/>
        </p:nvSpPr>
        <p:spPr>
          <a:xfrm>
            <a:off x="31891" y="6262941"/>
            <a:ext cx="2715594" cy="55399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3000" dirty="0">
                <a:solidFill>
                  <a:schemeClr val="bg1"/>
                </a:solidFill>
                <a:latin typeface="Rockwell" panose="02060603020205020403" pitchFamily="18" charset="0"/>
              </a:rPr>
              <a:t>App feedback</a:t>
            </a:r>
          </a:p>
        </p:txBody>
      </p:sp>
      <p:sp>
        <p:nvSpPr>
          <p:cNvPr id="34" name="Oval 33">
            <a:extLst>
              <a:ext uri="{FF2B5EF4-FFF2-40B4-BE49-F238E27FC236}">
                <a16:creationId xmlns:a16="http://schemas.microsoft.com/office/drawing/2014/main" id="{70BA3D3E-C3DD-8901-0E05-737BECBF7926}"/>
              </a:ext>
            </a:extLst>
          </p:cNvPr>
          <p:cNvSpPr/>
          <p:nvPr/>
        </p:nvSpPr>
        <p:spPr>
          <a:xfrm>
            <a:off x="3481490" y="2287829"/>
            <a:ext cx="1738065" cy="1757927"/>
          </a:xfrm>
          <a:prstGeom prst="ellipse">
            <a:avLst/>
          </a:prstGeom>
          <a:noFill/>
          <a:ln>
            <a:solidFill>
              <a:srgbClr val="CC66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sz="2800">
              <a:solidFill>
                <a:schemeClr val="bg1"/>
              </a:solidFill>
              <a:latin typeface="Rockwell" panose="02060603020205020403" pitchFamily="18" charset="0"/>
            </a:endParaRPr>
          </a:p>
        </p:txBody>
      </p:sp>
      <p:sp>
        <p:nvSpPr>
          <p:cNvPr id="42" name="Rectangle 41">
            <a:extLst>
              <a:ext uri="{FF2B5EF4-FFF2-40B4-BE49-F238E27FC236}">
                <a16:creationId xmlns:a16="http://schemas.microsoft.com/office/drawing/2014/main" id="{BFEB5F12-E5D2-04B8-1FEF-440EE56DF4AF}"/>
              </a:ext>
            </a:extLst>
          </p:cNvPr>
          <p:cNvSpPr/>
          <p:nvPr/>
        </p:nvSpPr>
        <p:spPr>
          <a:xfrm>
            <a:off x="1909097" y="2412989"/>
            <a:ext cx="442468"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3" name="Isosceles Triangle 42">
            <a:extLst>
              <a:ext uri="{FF2B5EF4-FFF2-40B4-BE49-F238E27FC236}">
                <a16:creationId xmlns:a16="http://schemas.microsoft.com/office/drawing/2014/main" id="{B6EA282A-C41D-71AD-DA48-02A8E7525F29}"/>
              </a:ext>
            </a:extLst>
          </p:cNvPr>
          <p:cNvSpPr/>
          <p:nvPr/>
        </p:nvSpPr>
        <p:spPr>
          <a:xfrm rot="10800000">
            <a:off x="1897104" y="2499726"/>
            <a:ext cx="442468" cy="240886"/>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44" name="Rectangle 43">
            <a:extLst>
              <a:ext uri="{FF2B5EF4-FFF2-40B4-BE49-F238E27FC236}">
                <a16:creationId xmlns:a16="http://schemas.microsoft.com/office/drawing/2014/main" id="{10690DE9-3277-FB4C-6BA8-DEBA64E39FEF}"/>
              </a:ext>
            </a:extLst>
          </p:cNvPr>
          <p:cNvSpPr/>
          <p:nvPr/>
        </p:nvSpPr>
        <p:spPr>
          <a:xfrm>
            <a:off x="1979067" y="3522178"/>
            <a:ext cx="442468"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5" name="Isosceles Triangle 44">
            <a:extLst>
              <a:ext uri="{FF2B5EF4-FFF2-40B4-BE49-F238E27FC236}">
                <a16:creationId xmlns:a16="http://schemas.microsoft.com/office/drawing/2014/main" id="{FC0252F3-10F2-AC26-58A7-2B38B2C7DB0C}"/>
              </a:ext>
            </a:extLst>
          </p:cNvPr>
          <p:cNvSpPr/>
          <p:nvPr/>
        </p:nvSpPr>
        <p:spPr>
          <a:xfrm rot="10800000">
            <a:off x="1979067" y="3650624"/>
            <a:ext cx="442468" cy="240886"/>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46" name="Rectangle 45">
            <a:extLst>
              <a:ext uri="{FF2B5EF4-FFF2-40B4-BE49-F238E27FC236}">
                <a16:creationId xmlns:a16="http://schemas.microsoft.com/office/drawing/2014/main" id="{FFC03FD4-0958-6944-8DA8-D1C2E42A88F8}"/>
              </a:ext>
            </a:extLst>
          </p:cNvPr>
          <p:cNvSpPr/>
          <p:nvPr/>
        </p:nvSpPr>
        <p:spPr>
          <a:xfrm>
            <a:off x="2039549" y="5136492"/>
            <a:ext cx="442468"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7" name="Isosceles Triangle 46">
            <a:extLst>
              <a:ext uri="{FF2B5EF4-FFF2-40B4-BE49-F238E27FC236}">
                <a16:creationId xmlns:a16="http://schemas.microsoft.com/office/drawing/2014/main" id="{E1D30634-C37A-7DC1-4C8A-C0D4D082EA45}"/>
              </a:ext>
            </a:extLst>
          </p:cNvPr>
          <p:cNvSpPr/>
          <p:nvPr/>
        </p:nvSpPr>
        <p:spPr>
          <a:xfrm rot="10800000">
            <a:off x="2039549" y="5264938"/>
            <a:ext cx="442468" cy="240886"/>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48" name="TextBox 47">
            <a:extLst>
              <a:ext uri="{FF2B5EF4-FFF2-40B4-BE49-F238E27FC236}">
                <a16:creationId xmlns:a16="http://schemas.microsoft.com/office/drawing/2014/main" id="{A6085F1A-C990-7AF8-8E6F-0D81A8DD2DC7}"/>
              </a:ext>
            </a:extLst>
          </p:cNvPr>
          <p:cNvSpPr txBox="1"/>
          <p:nvPr/>
        </p:nvSpPr>
        <p:spPr>
          <a:xfrm>
            <a:off x="2552777" y="73598"/>
            <a:ext cx="1010673" cy="677108"/>
          </a:xfrm>
          <a:custGeom>
            <a:avLst/>
            <a:gdLst>
              <a:gd name="connsiteX0" fmla="*/ 0 w 1010673"/>
              <a:gd name="connsiteY0" fmla="*/ 0 h 369332"/>
              <a:gd name="connsiteX1" fmla="*/ 1010673 w 1010673"/>
              <a:gd name="connsiteY1" fmla="*/ 0 h 369332"/>
              <a:gd name="connsiteX2" fmla="*/ 1010673 w 1010673"/>
              <a:gd name="connsiteY2" fmla="*/ 369332 h 369332"/>
              <a:gd name="connsiteX3" fmla="*/ 0 w 1010673"/>
              <a:gd name="connsiteY3" fmla="*/ 369332 h 369332"/>
              <a:gd name="connsiteX4" fmla="*/ 0 w 1010673"/>
              <a:gd name="connsiteY4" fmla="*/ 0 h 369332"/>
              <a:gd name="connsiteX0" fmla="*/ 0 w 1010673"/>
              <a:gd name="connsiteY0" fmla="*/ 284480 h 653812"/>
              <a:gd name="connsiteX1" fmla="*/ 1010673 w 1010673"/>
              <a:gd name="connsiteY1" fmla="*/ 0 h 653812"/>
              <a:gd name="connsiteX2" fmla="*/ 1010673 w 1010673"/>
              <a:gd name="connsiteY2" fmla="*/ 653812 h 653812"/>
              <a:gd name="connsiteX3" fmla="*/ 0 w 1010673"/>
              <a:gd name="connsiteY3" fmla="*/ 653812 h 653812"/>
              <a:gd name="connsiteX4" fmla="*/ 0 w 1010673"/>
              <a:gd name="connsiteY4" fmla="*/ 284480 h 653812"/>
              <a:gd name="connsiteX0" fmla="*/ 0 w 1030993"/>
              <a:gd name="connsiteY0" fmla="*/ 50800 h 653812"/>
              <a:gd name="connsiteX1" fmla="*/ 1030993 w 1030993"/>
              <a:gd name="connsiteY1" fmla="*/ 0 h 653812"/>
              <a:gd name="connsiteX2" fmla="*/ 1030993 w 1030993"/>
              <a:gd name="connsiteY2" fmla="*/ 653812 h 653812"/>
              <a:gd name="connsiteX3" fmla="*/ 20320 w 1030993"/>
              <a:gd name="connsiteY3" fmla="*/ 653812 h 653812"/>
              <a:gd name="connsiteX4" fmla="*/ 0 w 1030993"/>
              <a:gd name="connsiteY4" fmla="*/ 50800 h 653812"/>
              <a:gd name="connsiteX0" fmla="*/ 0 w 1030993"/>
              <a:gd name="connsiteY0" fmla="*/ 50800 h 826532"/>
              <a:gd name="connsiteX1" fmla="*/ 1030993 w 1030993"/>
              <a:gd name="connsiteY1" fmla="*/ 0 h 826532"/>
              <a:gd name="connsiteX2" fmla="*/ 1030993 w 1030993"/>
              <a:gd name="connsiteY2" fmla="*/ 653812 h 826532"/>
              <a:gd name="connsiteX3" fmla="*/ 40640 w 1030993"/>
              <a:gd name="connsiteY3" fmla="*/ 826532 h 826532"/>
              <a:gd name="connsiteX4" fmla="*/ 0 w 1030993"/>
              <a:gd name="connsiteY4" fmla="*/ 50800 h 826532"/>
              <a:gd name="connsiteX0" fmla="*/ 0 w 1030993"/>
              <a:gd name="connsiteY0" fmla="*/ 50800 h 826532"/>
              <a:gd name="connsiteX1" fmla="*/ 1030993 w 1030993"/>
              <a:gd name="connsiteY1" fmla="*/ 0 h 826532"/>
              <a:gd name="connsiteX2" fmla="*/ 1020833 w 1030993"/>
              <a:gd name="connsiteY2" fmla="*/ 806212 h 826532"/>
              <a:gd name="connsiteX3" fmla="*/ 40640 w 1030993"/>
              <a:gd name="connsiteY3" fmla="*/ 826532 h 826532"/>
              <a:gd name="connsiteX4" fmla="*/ 0 w 1030993"/>
              <a:gd name="connsiteY4" fmla="*/ 50800 h 826532"/>
              <a:gd name="connsiteX0" fmla="*/ 0 w 1030993"/>
              <a:gd name="connsiteY0" fmla="*/ 50800 h 967440"/>
              <a:gd name="connsiteX1" fmla="*/ 1030993 w 1030993"/>
              <a:gd name="connsiteY1" fmla="*/ 0 h 967440"/>
              <a:gd name="connsiteX2" fmla="*/ 1020833 w 1030993"/>
              <a:gd name="connsiteY2" fmla="*/ 967440 h 967440"/>
              <a:gd name="connsiteX3" fmla="*/ 40640 w 1030993"/>
              <a:gd name="connsiteY3" fmla="*/ 826532 h 967440"/>
              <a:gd name="connsiteX4" fmla="*/ 0 w 1030993"/>
              <a:gd name="connsiteY4" fmla="*/ 50800 h 967440"/>
              <a:gd name="connsiteX0" fmla="*/ 0 w 1030993"/>
              <a:gd name="connsiteY0" fmla="*/ 50800 h 967440"/>
              <a:gd name="connsiteX1" fmla="*/ 1030993 w 1030993"/>
              <a:gd name="connsiteY1" fmla="*/ 0 h 967440"/>
              <a:gd name="connsiteX2" fmla="*/ 1020833 w 1030993"/>
              <a:gd name="connsiteY2" fmla="*/ 967440 h 967440"/>
              <a:gd name="connsiteX3" fmla="*/ 10160 w 1030993"/>
              <a:gd name="connsiteY3" fmla="*/ 938151 h 967440"/>
              <a:gd name="connsiteX4" fmla="*/ 0 w 1030993"/>
              <a:gd name="connsiteY4" fmla="*/ 50800 h 96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0993" h="967440">
                <a:moveTo>
                  <a:pt x="0" y="50800"/>
                </a:moveTo>
                <a:lnTo>
                  <a:pt x="1030993" y="0"/>
                </a:lnTo>
                <a:lnTo>
                  <a:pt x="1020833" y="967440"/>
                </a:lnTo>
                <a:lnTo>
                  <a:pt x="10160" y="938151"/>
                </a:lnTo>
                <a:lnTo>
                  <a:pt x="0" y="50800"/>
                </a:lnTo>
                <a:close/>
              </a:path>
            </a:pathLst>
          </a:custGeom>
          <a:noFill/>
        </p:spPr>
        <p:txBody>
          <a:bodyPr wrap="square" rtlCol="0">
            <a:spAutoFit/>
          </a:bodyPr>
          <a:lstStyle/>
          <a:p>
            <a:pPr algn="ctr"/>
            <a:endParaRPr lang="en-GB" sz="1000" dirty="0">
              <a:solidFill>
                <a:srgbClr val="FFFF00"/>
              </a:solidFill>
            </a:endParaRPr>
          </a:p>
          <a:p>
            <a:pPr algn="ctr"/>
            <a:r>
              <a:rPr lang="en-GB" sz="2800" dirty="0">
                <a:solidFill>
                  <a:srgbClr val="FFFF00"/>
                </a:solidFill>
              </a:rPr>
              <a:t>logo</a:t>
            </a:r>
          </a:p>
        </p:txBody>
      </p:sp>
      <p:sp>
        <p:nvSpPr>
          <p:cNvPr id="49" name="Rectangle 48">
            <a:extLst>
              <a:ext uri="{FF2B5EF4-FFF2-40B4-BE49-F238E27FC236}">
                <a16:creationId xmlns:a16="http://schemas.microsoft.com/office/drawing/2014/main" id="{5C56E232-CE54-F9CC-97F0-2036AE70D3D5}"/>
              </a:ext>
            </a:extLst>
          </p:cNvPr>
          <p:cNvSpPr/>
          <p:nvPr/>
        </p:nvSpPr>
        <p:spPr>
          <a:xfrm>
            <a:off x="2552777" y="93670"/>
            <a:ext cx="1002046" cy="800214"/>
          </a:xfrm>
          <a:prstGeom prst="rect">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rgbClr val="FFFF00"/>
              </a:solidFill>
            </a:endParaRPr>
          </a:p>
        </p:txBody>
      </p:sp>
      <p:sp>
        <p:nvSpPr>
          <p:cNvPr id="50" name="Rectangle 49">
            <a:extLst>
              <a:ext uri="{FF2B5EF4-FFF2-40B4-BE49-F238E27FC236}">
                <a16:creationId xmlns:a16="http://schemas.microsoft.com/office/drawing/2014/main" id="{FEC529DF-A8D2-66CC-3210-EFE482BE8C3B}"/>
              </a:ext>
            </a:extLst>
          </p:cNvPr>
          <p:cNvSpPr/>
          <p:nvPr/>
        </p:nvSpPr>
        <p:spPr>
          <a:xfrm>
            <a:off x="10049676" y="93670"/>
            <a:ext cx="2142324" cy="800214"/>
          </a:xfrm>
          <a:prstGeom prst="rect">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rgbClr val="FFFF00"/>
              </a:solidFill>
            </a:endParaRPr>
          </a:p>
        </p:txBody>
      </p:sp>
      <p:sp>
        <p:nvSpPr>
          <p:cNvPr id="52" name="Oval 51">
            <a:extLst>
              <a:ext uri="{FF2B5EF4-FFF2-40B4-BE49-F238E27FC236}">
                <a16:creationId xmlns:a16="http://schemas.microsoft.com/office/drawing/2014/main" id="{B71E1F27-A4E1-91FE-52AC-8AA8E166E25C}"/>
              </a:ext>
            </a:extLst>
          </p:cNvPr>
          <p:cNvSpPr/>
          <p:nvPr/>
        </p:nvSpPr>
        <p:spPr>
          <a:xfrm>
            <a:off x="10212933" y="2212686"/>
            <a:ext cx="1738065" cy="1757927"/>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sz="2800">
              <a:solidFill>
                <a:schemeClr val="bg1"/>
              </a:solidFill>
              <a:latin typeface="Rockwell" panose="02060603020205020403" pitchFamily="18" charset="0"/>
            </a:endParaRPr>
          </a:p>
        </p:txBody>
      </p:sp>
      <p:sp>
        <p:nvSpPr>
          <p:cNvPr id="53" name="Oval 52">
            <a:extLst>
              <a:ext uri="{FF2B5EF4-FFF2-40B4-BE49-F238E27FC236}">
                <a16:creationId xmlns:a16="http://schemas.microsoft.com/office/drawing/2014/main" id="{AD5C2468-8735-2CBA-BBCC-F8CDC9920648}"/>
              </a:ext>
            </a:extLst>
          </p:cNvPr>
          <p:cNvSpPr/>
          <p:nvPr/>
        </p:nvSpPr>
        <p:spPr>
          <a:xfrm>
            <a:off x="5744870" y="2268705"/>
            <a:ext cx="1738065" cy="1757927"/>
          </a:xfrm>
          <a:prstGeom prst="ellipse">
            <a:avLst/>
          </a:prstGeom>
          <a:noFill/>
          <a:ln>
            <a:solidFill>
              <a:srgbClr val="92D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sz="2800">
              <a:solidFill>
                <a:schemeClr val="bg1"/>
              </a:solidFill>
              <a:latin typeface="Rockwell" panose="02060603020205020403" pitchFamily="18" charset="0"/>
            </a:endParaRPr>
          </a:p>
        </p:txBody>
      </p:sp>
      <p:sp>
        <p:nvSpPr>
          <p:cNvPr id="54" name="Oval 53">
            <a:extLst>
              <a:ext uri="{FF2B5EF4-FFF2-40B4-BE49-F238E27FC236}">
                <a16:creationId xmlns:a16="http://schemas.microsoft.com/office/drawing/2014/main" id="{7A80E01C-09BA-27C7-F4EC-5718685792D0}"/>
              </a:ext>
            </a:extLst>
          </p:cNvPr>
          <p:cNvSpPr/>
          <p:nvPr/>
        </p:nvSpPr>
        <p:spPr>
          <a:xfrm>
            <a:off x="8180231" y="2268705"/>
            <a:ext cx="1738065" cy="1757927"/>
          </a:xfrm>
          <a:prstGeom prst="ellipse">
            <a:avLst/>
          </a:prstGeom>
          <a:noFill/>
          <a:ln>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sz="2800">
              <a:solidFill>
                <a:schemeClr val="bg1"/>
              </a:solidFill>
              <a:latin typeface="Rockwell" panose="02060603020205020403" pitchFamily="18" charset="0"/>
            </a:endParaRPr>
          </a:p>
        </p:txBody>
      </p:sp>
      <p:sp>
        <p:nvSpPr>
          <p:cNvPr id="1038" name="TextBox 1037">
            <a:extLst>
              <a:ext uri="{FF2B5EF4-FFF2-40B4-BE49-F238E27FC236}">
                <a16:creationId xmlns:a16="http://schemas.microsoft.com/office/drawing/2014/main" id="{D65DFC28-06F0-E73F-E2B1-18FAD8602744}"/>
              </a:ext>
            </a:extLst>
          </p:cNvPr>
          <p:cNvSpPr txBox="1"/>
          <p:nvPr/>
        </p:nvSpPr>
        <p:spPr>
          <a:xfrm>
            <a:off x="3602024" y="4969165"/>
            <a:ext cx="1445549" cy="523220"/>
          </a:xfrm>
          <a:prstGeom prst="rect">
            <a:avLst/>
          </a:prstGeom>
          <a:noFill/>
        </p:spPr>
        <p:txBody>
          <a:bodyPr wrap="square" rtlCol="0">
            <a:spAutoFit/>
          </a:bodyPr>
          <a:lstStyle/>
          <a:p>
            <a:r>
              <a:rPr lang="en-GB" sz="2800" dirty="0">
                <a:solidFill>
                  <a:schemeClr val="bg1"/>
                </a:solidFill>
                <a:latin typeface="Rockwell" panose="02060603020205020403" pitchFamily="18" charset="0"/>
              </a:rPr>
              <a:t>Module   </a:t>
            </a:r>
          </a:p>
        </p:txBody>
      </p:sp>
      <p:sp>
        <p:nvSpPr>
          <p:cNvPr id="1039" name="TextBox 1038">
            <a:extLst>
              <a:ext uri="{FF2B5EF4-FFF2-40B4-BE49-F238E27FC236}">
                <a16:creationId xmlns:a16="http://schemas.microsoft.com/office/drawing/2014/main" id="{B477DF29-4523-233C-B760-597518C4C999}"/>
              </a:ext>
            </a:extLst>
          </p:cNvPr>
          <p:cNvSpPr txBox="1"/>
          <p:nvPr/>
        </p:nvSpPr>
        <p:spPr>
          <a:xfrm>
            <a:off x="5882100" y="4969165"/>
            <a:ext cx="1433875" cy="523220"/>
          </a:xfrm>
          <a:prstGeom prst="rect">
            <a:avLst/>
          </a:prstGeom>
          <a:noFill/>
        </p:spPr>
        <p:txBody>
          <a:bodyPr wrap="square" rtlCol="0">
            <a:spAutoFit/>
          </a:bodyPr>
          <a:lstStyle/>
          <a:p>
            <a:r>
              <a:rPr lang="en-GB" sz="2800" dirty="0">
                <a:solidFill>
                  <a:schemeClr val="bg1"/>
                </a:solidFill>
                <a:latin typeface="Rockwell" panose="02060603020205020403" pitchFamily="18" charset="0"/>
              </a:rPr>
              <a:t>Module </a:t>
            </a:r>
          </a:p>
        </p:txBody>
      </p:sp>
      <p:sp>
        <p:nvSpPr>
          <p:cNvPr id="1040" name="TextBox 1039">
            <a:extLst>
              <a:ext uri="{FF2B5EF4-FFF2-40B4-BE49-F238E27FC236}">
                <a16:creationId xmlns:a16="http://schemas.microsoft.com/office/drawing/2014/main" id="{B18AC610-FE34-5C74-A028-5DE30961546F}"/>
              </a:ext>
            </a:extLst>
          </p:cNvPr>
          <p:cNvSpPr txBox="1"/>
          <p:nvPr/>
        </p:nvSpPr>
        <p:spPr>
          <a:xfrm>
            <a:off x="8341907" y="4969165"/>
            <a:ext cx="1476406" cy="523220"/>
          </a:xfrm>
          <a:prstGeom prst="rect">
            <a:avLst/>
          </a:prstGeom>
          <a:noFill/>
        </p:spPr>
        <p:txBody>
          <a:bodyPr wrap="square" rtlCol="0">
            <a:spAutoFit/>
          </a:bodyPr>
          <a:lstStyle/>
          <a:p>
            <a:r>
              <a:rPr lang="en-GB" sz="2800" dirty="0">
                <a:solidFill>
                  <a:schemeClr val="bg1"/>
                </a:solidFill>
                <a:latin typeface="Rockwell" panose="02060603020205020403" pitchFamily="18" charset="0"/>
              </a:rPr>
              <a:t>Module </a:t>
            </a:r>
          </a:p>
        </p:txBody>
      </p:sp>
      <p:sp>
        <p:nvSpPr>
          <p:cNvPr id="1041" name="TextBox 1040">
            <a:extLst>
              <a:ext uri="{FF2B5EF4-FFF2-40B4-BE49-F238E27FC236}">
                <a16:creationId xmlns:a16="http://schemas.microsoft.com/office/drawing/2014/main" id="{63597C69-0773-F9F5-FE80-D6C767E43857}"/>
              </a:ext>
            </a:extLst>
          </p:cNvPr>
          <p:cNvSpPr txBox="1"/>
          <p:nvPr/>
        </p:nvSpPr>
        <p:spPr>
          <a:xfrm>
            <a:off x="10424178" y="4964317"/>
            <a:ext cx="1526820" cy="523220"/>
          </a:xfrm>
          <a:prstGeom prst="rect">
            <a:avLst/>
          </a:prstGeom>
          <a:noFill/>
        </p:spPr>
        <p:txBody>
          <a:bodyPr wrap="square" rtlCol="0">
            <a:spAutoFit/>
          </a:bodyPr>
          <a:lstStyle/>
          <a:p>
            <a:r>
              <a:rPr lang="en-GB" sz="2800" dirty="0">
                <a:solidFill>
                  <a:schemeClr val="bg1"/>
                </a:solidFill>
                <a:latin typeface="Rockwell" panose="02060603020205020403" pitchFamily="18" charset="0"/>
              </a:rPr>
              <a:t>Module </a:t>
            </a:r>
          </a:p>
        </p:txBody>
      </p:sp>
      <p:sp>
        <p:nvSpPr>
          <p:cNvPr id="1042" name="Oval 1041">
            <a:extLst>
              <a:ext uri="{FF2B5EF4-FFF2-40B4-BE49-F238E27FC236}">
                <a16:creationId xmlns:a16="http://schemas.microsoft.com/office/drawing/2014/main" id="{24C274C2-1EC0-580C-1C02-688D2969D96A}"/>
              </a:ext>
            </a:extLst>
          </p:cNvPr>
          <p:cNvSpPr/>
          <p:nvPr/>
        </p:nvSpPr>
        <p:spPr>
          <a:xfrm>
            <a:off x="3481490" y="4426955"/>
            <a:ext cx="1738065" cy="1757927"/>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sz="2800">
              <a:solidFill>
                <a:schemeClr val="bg1"/>
              </a:solidFill>
              <a:latin typeface="Rockwell" panose="02060603020205020403" pitchFamily="18" charset="0"/>
            </a:endParaRPr>
          </a:p>
        </p:txBody>
      </p:sp>
      <p:sp>
        <p:nvSpPr>
          <p:cNvPr id="1043" name="Oval 1042">
            <a:extLst>
              <a:ext uri="{FF2B5EF4-FFF2-40B4-BE49-F238E27FC236}">
                <a16:creationId xmlns:a16="http://schemas.microsoft.com/office/drawing/2014/main" id="{AD1B744A-40CD-A645-1C15-7AFABD3FB0AA}"/>
              </a:ext>
            </a:extLst>
          </p:cNvPr>
          <p:cNvSpPr/>
          <p:nvPr/>
        </p:nvSpPr>
        <p:spPr>
          <a:xfrm>
            <a:off x="10212933" y="4351812"/>
            <a:ext cx="1738065" cy="1757927"/>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sz="2800">
              <a:solidFill>
                <a:schemeClr val="bg1"/>
              </a:solidFill>
              <a:latin typeface="Rockwell" panose="02060603020205020403" pitchFamily="18" charset="0"/>
            </a:endParaRPr>
          </a:p>
        </p:txBody>
      </p:sp>
      <p:sp>
        <p:nvSpPr>
          <p:cNvPr id="1044" name="Oval 1043">
            <a:extLst>
              <a:ext uri="{FF2B5EF4-FFF2-40B4-BE49-F238E27FC236}">
                <a16:creationId xmlns:a16="http://schemas.microsoft.com/office/drawing/2014/main" id="{F5360B5E-8F91-78A0-03E4-C408DE9730FC}"/>
              </a:ext>
            </a:extLst>
          </p:cNvPr>
          <p:cNvSpPr/>
          <p:nvPr/>
        </p:nvSpPr>
        <p:spPr>
          <a:xfrm>
            <a:off x="5744870" y="4407831"/>
            <a:ext cx="1738065" cy="1757927"/>
          </a:xfrm>
          <a:prstGeom prst="ellipse">
            <a:avLst/>
          </a:prstGeom>
          <a:noFill/>
          <a:ln>
            <a:solidFill>
              <a:srgbClr val="92D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sz="2800">
              <a:solidFill>
                <a:schemeClr val="bg1"/>
              </a:solidFill>
              <a:latin typeface="Rockwell" panose="02060603020205020403" pitchFamily="18" charset="0"/>
            </a:endParaRPr>
          </a:p>
        </p:txBody>
      </p:sp>
      <p:sp>
        <p:nvSpPr>
          <p:cNvPr id="1045" name="Oval 1044">
            <a:extLst>
              <a:ext uri="{FF2B5EF4-FFF2-40B4-BE49-F238E27FC236}">
                <a16:creationId xmlns:a16="http://schemas.microsoft.com/office/drawing/2014/main" id="{AA618E10-1A9D-C789-F0C5-60156C2DD24C}"/>
              </a:ext>
            </a:extLst>
          </p:cNvPr>
          <p:cNvSpPr/>
          <p:nvPr/>
        </p:nvSpPr>
        <p:spPr>
          <a:xfrm>
            <a:off x="8180231" y="4407831"/>
            <a:ext cx="1738065" cy="1757927"/>
          </a:xfrm>
          <a:prstGeom prst="ellipse">
            <a:avLst/>
          </a:prstGeom>
          <a:noFill/>
          <a:ln>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sz="2800">
              <a:solidFill>
                <a:schemeClr val="bg1"/>
              </a:solidFill>
              <a:latin typeface="Rockwell" panose="02060603020205020403" pitchFamily="18" charset="0"/>
            </a:endParaRPr>
          </a:p>
        </p:txBody>
      </p:sp>
    </p:spTree>
    <p:extLst>
      <p:ext uri="{BB962C8B-B14F-4D97-AF65-F5344CB8AC3E}">
        <p14:creationId xmlns:p14="http://schemas.microsoft.com/office/powerpoint/2010/main" val="647450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77B3C-ECA5-EA7C-C657-AF425E5A373D}"/>
              </a:ext>
            </a:extLst>
          </p:cNvPr>
          <p:cNvSpPr>
            <a:spLocks noGrp="1"/>
          </p:cNvSpPr>
          <p:nvPr>
            <p:ph type="title"/>
          </p:nvPr>
        </p:nvSpPr>
        <p:spPr>
          <a:xfrm>
            <a:off x="913794" y="0"/>
            <a:ext cx="10353761" cy="934720"/>
          </a:xfrm>
        </p:spPr>
        <p:txBody>
          <a:bodyPr>
            <a:normAutofit/>
          </a:bodyPr>
          <a:lstStyle/>
          <a:p>
            <a:r>
              <a:rPr lang="en-GB" sz="3600" dirty="0"/>
              <a:t>Standards of design</a:t>
            </a:r>
          </a:p>
        </p:txBody>
      </p:sp>
      <p:sp>
        <p:nvSpPr>
          <p:cNvPr id="3" name="Content Placeholder 2">
            <a:extLst>
              <a:ext uri="{FF2B5EF4-FFF2-40B4-BE49-F238E27FC236}">
                <a16:creationId xmlns:a16="http://schemas.microsoft.com/office/drawing/2014/main" id="{5D58DEE6-09A8-90DF-0D54-7E91C118B83A}"/>
              </a:ext>
            </a:extLst>
          </p:cNvPr>
          <p:cNvSpPr>
            <a:spLocks noGrp="1"/>
          </p:cNvSpPr>
          <p:nvPr>
            <p:ph idx="1"/>
          </p:nvPr>
        </p:nvSpPr>
        <p:spPr>
          <a:xfrm>
            <a:off x="172115" y="1097280"/>
            <a:ext cx="10353762" cy="5516880"/>
          </a:xfrm>
        </p:spPr>
        <p:txBody>
          <a:bodyPr>
            <a:normAutofit fontScale="85000" lnSpcReduction="20000"/>
          </a:bodyPr>
          <a:lstStyle/>
          <a:p>
            <a:r>
              <a:rPr lang="en-GB" b="1" dirty="0">
                <a:effectLst/>
              </a:rPr>
              <a:t>Standard </a:t>
            </a:r>
            <a:r>
              <a:rPr lang="en-GB" b="1" dirty="0" err="1">
                <a:effectLst/>
              </a:rPr>
              <a:t>algorthms</a:t>
            </a:r>
            <a:r>
              <a:rPr lang="en-GB" b="1" dirty="0">
                <a:effectLst/>
              </a:rPr>
              <a:t> or processes </a:t>
            </a:r>
            <a:r>
              <a:rPr lang="en-GB" dirty="0">
                <a:effectLst/>
              </a:rPr>
              <a:t>- equations which process data in the background to constantly work out solutions to problems which may occur in your system. The algorithms run usually using inputs as data either automatically as a part of a process when a solution is needed or when receiving a certain input (e.g. buttons).In terms of systems design, it makes usually necessary to have algorithms present and running in the background and upon request, Instead of manually performing the process personally, to save time and valuable resources at any given time </a:t>
            </a:r>
          </a:p>
          <a:p>
            <a:r>
              <a:rPr lang="en-GB" b="1" dirty="0">
                <a:effectLst/>
              </a:rPr>
              <a:t>Cross platform standards </a:t>
            </a:r>
            <a:r>
              <a:rPr lang="en-GB" dirty="0">
                <a:effectLst/>
              </a:rPr>
              <a:t>- are very important to adhere to, the standard ensure your system processes are  applicable across a number of platforms (e.g. Windows, android, O ). Although windows is the most common operating system for computers , that doesn’t mean you should only focus on creating your system for use with Windows as adhering to the standards opens a larger market for your product, enabling greater success and as such higher profits</a:t>
            </a:r>
          </a:p>
          <a:p>
            <a:r>
              <a:rPr lang="en-GB" sz="2000" b="1" dirty="0">
                <a:effectLst/>
                <a:ea typeface="Calibri" panose="020F0502020204030204" pitchFamily="34" charset="0"/>
                <a:cs typeface="Times New Roman" panose="02020603050405020304" pitchFamily="18" charset="0"/>
              </a:rPr>
              <a:t>Widgets</a:t>
            </a:r>
            <a:r>
              <a:rPr lang="en-GB" sz="2000" dirty="0">
                <a:effectLst/>
                <a:ea typeface="Calibri" panose="020F0502020204030204" pitchFamily="34" charset="0"/>
                <a:cs typeface="Times New Roman" panose="02020603050405020304" pitchFamily="18" charset="0"/>
              </a:rPr>
              <a:t>- </a:t>
            </a:r>
            <a:r>
              <a:rPr lang="en-GB" sz="2000" dirty="0"/>
              <a:t>A widget is an element that can be usually interacted with in your user interface used for a specific purpose or function (usually for inputting or displaying information). An examples of this are: drop down menu inputs or weather forecast display .The appearance of these common widgets, no matter what they may be, must follow the same design theme(e.g. drop down menus are downward triangles usually within boxes as shown to the right) for visual cohesion, user familiarity as well as reducing learning curve when accessing new programs which may have limited advancement as people would be unwilling to learn new websites or programs other than when necessary </a:t>
            </a:r>
          </a:p>
          <a:p>
            <a:endParaRPr lang="en-GB" dirty="0">
              <a:effectLst/>
            </a:endParaRPr>
          </a:p>
        </p:txBody>
      </p:sp>
      <p:pic>
        <p:nvPicPr>
          <p:cNvPr id="2050" name="Picture 2" descr="Drop-down Menu Svg Png Icon Free Download (#146335) - OnlineWebFonts.COM">
            <a:extLst>
              <a:ext uri="{FF2B5EF4-FFF2-40B4-BE49-F238E27FC236}">
                <a16:creationId xmlns:a16="http://schemas.microsoft.com/office/drawing/2014/main" id="{43CA6271-C5C6-86B9-ED0D-1C2FB06AEF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18067" y="4795520"/>
            <a:ext cx="1006662" cy="55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41921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6D8C60"/>
      </a:dk2>
      <a:lt2>
        <a:srgbClr val="B1D7A1"/>
      </a:lt2>
      <a:accent1>
        <a:srgbClr val="81B992"/>
      </a:accent1>
      <a:accent2>
        <a:srgbClr val="9ABC65"/>
      </a:accent2>
      <a:accent3>
        <a:srgbClr val="BDB564"/>
      </a:accent3>
      <a:accent4>
        <a:srgbClr val="BD8964"/>
      </a:accent4>
      <a:accent5>
        <a:srgbClr val="BD6466"/>
      </a:accent5>
      <a:accent6>
        <a:srgbClr val="64A4BD"/>
      </a:accent6>
      <a:hlink>
        <a:srgbClr val="8CCC71"/>
      </a:hlink>
      <a:folHlink>
        <a:srgbClr val="A4C795"/>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4539428D-6454-4FE6-B992-2D59F0AC2F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ReferenceId xmlns="b279747a-d152-4619-9bf4-1ed9336de1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362086B16EF4F46BC693043FDD7A9DC" ma:contentTypeVersion="5" ma:contentTypeDescription="Create a new document." ma:contentTypeScope="" ma:versionID="a9ecd2718a47277bcdc49b9a5f1136ad">
  <xsd:schema xmlns:xsd="http://www.w3.org/2001/XMLSchema" xmlns:xs="http://www.w3.org/2001/XMLSchema" xmlns:p="http://schemas.microsoft.com/office/2006/metadata/properties" xmlns:ns2="b279747a-d152-4619-9bf4-1ed9336de16b" xmlns:ns3="4fb87133-9789-4716-9fba-cbdb30eedecf" targetNamespace="http://schemas.microsoft.com/office/2006/metadata/properties" ma:root="true" ma:fieldsID="b2df9f94a4b39cd3b60e6af24c77ce44" ns2:_="" ns3:_="">
    <xsd:import namespace="b279747a-d152-4619-9bf4-1ed9336de16b"/>
    <xsd:import namespace="4fb87133-9789-4716-9fba-cbdb30eedecf"/>
    <xsd:element name="properties">
      <xsd:complexType>
        <xsd:sequence>
          <xsd:element name="documentManagement">
            <xsd:complexType>
              <xsd:all>
                <xsd:element ref="ns2:ReferenceId" minOccurs="0"/>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79747a-d152-4619-9bf4-1ed9336de16b"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fb87133-9789-4716-9fba-cbdb30eedecf"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EA6423-6104-4510-8207-52567B50B0CF}">
  <ds:schemaRefs>
    <ds:schemaRef ds:uri="http://schemas.microsoft.com/sharepoint/v3/contenttype/forms"/>
  </ds:schemaRefs>
</ds:datastoreItem>
</file>

<file path=customXml/itemProps2.xml><?xml version="1.0" encoding="utf-8"?>
<ds:datastoreItem xmlns:ds="http://schemas.openxmlformats.org/officeDocument/2006/customXml" ds:itemID="{2910341F-6BB6-43B9-BB47-8ADB6ED598D0}">
  <ds:schemaRefs>
    <ds:schemaRef ds:uri="4fb87133-9789-4716-9fba-cbdb30eedecf"/>
    <ds:schemaRef ds:uri="b279747a-d152-4619-9bf4-1ed9336de16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7417348-CA77-4638-98AB-6261BCEF52B8}">
  <ds:schemaRefs>
    <ds:schemaRef ds:uri="4fb87133-9789-4716-9fba-cbdb30eedecf"/>
    <ds:schemaRef ds:uri="b279747a-d152-4619-9bf4-1ed9336de16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TM04033921[[fn=Damask]]</Template>
  <TotalTime>0</TotalTime>
  <Words>1547</Words>
  <Application>Microsoft Office PowerPoint</Application>
  <PresentationFormat>Widescreen</PresentationFormat>
  <Paragraphs>274</Paragraphs>
  <Slides>13</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Bookman Old Style</vt:lpstr>
      <vt:lpstr>Calibri</vt:lpstr>
      <vt:lpstr>Rockwell</vt:lpstr>
      <vt:lpstr>Damask</vt:lpstr>
      <vt:lpstr>P3 design based on requirements </vt:lpstr>
      <vt:lpstr>Your requirements based on the brief and interview </vt:lpstr>
      <vt:lpstr>How the users will interact with the program – Use case diagram</vt:lpstr>
      <vt:lpstr>Flow charts</vt:lpstr>
      <vt:lpstr>Flow charts pt 2</vt:lpstr>
      <vt:lpstr>How data will flow around the system – Data flow diagram</vt:lpstr>
      <vt:lpstr>Ui of the main page - wireframe </vt:lpstr>
      <vt:lpstr>Ui of the login page- wireframe </vt:lpstr>
      <vt:lpstr>Ui of the memory game- wireframe </vt:lpstr>
      <vt:lpstr>Ui of the speed game- wireframe </vt:lpstr>
      <vt:lpstr>Ui of the practise game- wireframe </vt:lpstr>
      <vt:lpstr>PowerPoint Presentation</vt:lpstr>
      <vt:lpstr>Standards of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 design based on requirements </dc:title>
  <dc:creator>Matthew James</dc:creator>
  <cp:lastModifiedBy>Matthew James</cp:lastModifiedBy>
  <cp:revision>2</cp:revision>
  <dcterms:created xsi:type="dcterms:W3CDTF">2023-03-03T14:24:32Z</dcterms:created>
  <dcterms:modified xsi:type="dcterms:W3CDTF">2023-05-04T20:36:22Z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0x0101004362086B16EF4F46BC693043FDD7A9DC</vt:lpwstr>
  </property>
</Properties>
</file>